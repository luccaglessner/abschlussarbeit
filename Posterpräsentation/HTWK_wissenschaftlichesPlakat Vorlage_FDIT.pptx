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0" r:id="rId1"/>
  </p:sldMasterIdLst>
  <p:notesMasterIdLst>
    <p:notesMasterId r:id="rId3"/>
  </p:notesMasterIdLst>
  <p:handoutMasterIdLst>
    <p:handoutMasterId r:id="rId4"/>
  </p:handoutMasterIdLst>
  <p:sldIdLst>
    <p:sldId id="261" r:id="rId2"/>
  </p:sldIdLst>
  <p:sldSz cx="30275213" cy="42803763"/>
  <p:notesSz cx="6858000" cy="9144000"/>
  <p:defaultTextStyle>
    <a:defPPr>
      <a:defRPr lang="de-DE"/>
    </a:defPPr>
    <a:lvl1pPr marL="0" algn="l" defTabSz="4174325" rtl="0" eaLnBrk="1" latinLnBrk="0" hangingPunct="1">
      <a:defRPr sz="8203" kern="1200">
        <a:solidFill>
          <a:schemeClr val="tx1"/>
        </a:solidFill>
        <a:latin typeface="+mn-lt"/>
        <a:ea typeface="+mn-ea"/>
        <a:cs typeface="+mn-cs"/>
      </a:defRPr>
    </a:lvl1pPr>
    <a:lvl2pPr marL="2087166" algn="l" defTabSz="4174325" rtl="0" eaLnBrk="1" latinLnBrk="0" hangingPunct="1">
      <a:defRPr sz="8203" kern="1200">
        <a:solidFill>
          <a:schemeClr val="tx1"/>
        </a:solidFill>
        <a:latin typeface="+mn-lt"/>
        <a:ea typeface="+mn-ea"/>
        <a:cs typeface="+mn-cs"/>
      </a:defRPr>
    </a:lvl2pPr>
    <a:lvl3pPr marL="4174325" algn="l" defTabSz="4174325" rtl="0" eaLnBrk="1" latinLnBrk="0" hangingPunct="1">
      <a:defRPr sz="8203" kern="1200">
        <a:solidFill>
          <a:schemeClr val="tx1"/>
        </a:solidFill>
        <a:latin typeface="+mn-lt"/>
        <a:ea typeface="+mn-ea"/>
        <a:cs typeface="+mn-cs"/>
      </a:defRPr>
    </a:lvl3pPr>
    <a:lvl4pPr marL="6261489" algn="l" defTabSz="4174325" rtl="0" eaLnBrk="1" latinLnBrk="0" hangingPunct="1">
      <a:defRPr sz="8203" kern="1200">
        <a:solidFill>
          <a:schemeClr val="tx1"/>
        </a:solidFill>
        <a:latin typeface="+mn-lt"/>
        <a:ea typeface="+mn-ea"/>
        <a:cs typeface="+mn-cs"/>
      </a:defRPr>
    </a:lvl4pPr>
    <a:lvl5pPr marL="8348652" algn="l" defTabSz="4174325" rtl="0" eaLnBrk="1" latinLnBrk="0" hangingPunct="1">
      <a:defRPr sz="8203" kern="1200">
        <a:solidFill>
          <a:schemeClr val="tx1"/>
        </a:solidFill>
        <a:latin typeface="+mn-lt"/>
        <a:ea typeface="+mn-ea"/>
        <a:cs typeface="+mn-cs"/>
      </a:defRPr>
    </a:lvl5pPr>
    <a:lvl6pPr marL="10435818" algn="l" defTabSz="4174325" rtl="0" eaLnBrk="1" latinLnBrk="0" hangingPunct="1">
      <a:defRPr sz="8203" kern="1200">
        <a:solidFill>
          <a:schemeClr val="tx1"/>
        </a:solidFill>
        <a:latin typeface="+mn-lt"/>
        <a:ea typeface="+mn-ea"/>
        <a:cs typeface="+mn-cs"/>
      </a:defRPr>
    </a:lvl6pPr>
    <a:lvl7pPr marL="12522983" algn="l" defTabSz="4174325" rtl="0" eaLnBrk="1" latinLnBrk="0" hangingPunct="1">
      <a:defRPr sz="8203" kern="1200">
        <a:solidFill>
          <a:schemeClr val="tx1"/>
        </a:solidFill>
        <a:latin typeface="+mn-lt"/>
        <a:ea typeface="+mn-ea"/>
        <a:cs typeface="+mn-cs"/>
      </a:defRPr>
    </a:lvl7pPr>
    <a:lvl8pPr marL="14610143" algn="l" defTabSz="4174325" rtl="0" eaLnBrk="1" latinLnBrk="0" hangingPunct="1">
      <a:defRPr sz="8203" kern="1200">
        <a:solidFill>
          <a:schemeClr val="tx1"/>
        </a:solidFill>
        <a:latin typeface="+mn-lt"/>
        <a:ea typeface="+mn-ea"/>
        <a:cs typeface="+mn-cs"/>
      </a:defRPr>
    </a:lvl8pPr>
    <a:lvl9pPr marL="16697307" algn="l" defTabSz="4174325" rtl="0" eaLnBrk="1" latinLnBrk="0" hangingPunct="1">
      <a:defRPr sz="820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6" userDrawn="1">
          <p15:clr>
            <a:srgbClr val="A4A3A4"/>
          </p15:clr>
        </p15:guide>
        <p15:guide id="4" orient="horz" pos="1444" userDrawn="1">
          <p15:clr>
            <a:srgbClr val="A4A3A4"/>
          </p15:clr>
        </p15:guide>
        <p15:guide id="5" orient="horz" pos="25519" userDrawn="1">
          <p15:clr>
            <a:srgbClr val="A4A3A4"/>
          </p15:clr>
        </p15:guide>
        <p15:guide id="7" pos="1444" userDrawn="1">
          <p15:clr>
            <a:srgbClr val="A4A3A4"/>
          </p15:clr>
        </p15:guide>
        <p15:guide id="8" pos="17627" userDrawn="1">
          <p15:clr>
            <a:srgbClr val="A4A3A4"/>
          </p15:clr>
        </p15:guide>
        <p15:guide id="9" pos="2909" userDrawn="1">
          <p15:clr>
            <a:srgbClr val="A4A3A4"/>
          </p15:clr>
        </p15:guide>
        <p15:guide id="11" orient="horz" pos="7855" userDrawn="1">
          <p15:clr>
            <a:srgbClr val="A4A3A4"/>
          </p15:clr>
        </p15:guide>
        <p15:guide id="12" orient="horz" pos="19539" userDrawn="1">
          <p15:clr>
            <a:srgbClr val="A4A3A4"/>
          </p15:clr>
        </p15:guide>
        <p15:guide id="13" pos="3551" userDrawn="1">
          <p15:clr>
            <a:srgbClr val="A4A3A4"/>
          </p15:clr>
        </p15:guide>
        <p15:guide id="14" pos="5011" userDrawn="1">
          <p15:clr>
            <a:srgbClr val="A4A3A4"/>
          </p15:clr>
        </p15:guide>
        <p15:guide id="15" pos="5651" userDrawn="1">
          <p15:clr>
            <a:srgbClr val="A4A3A4"/>
          </p15:clr>
        </p15:guide>
        <p15:guide id="16" pos="7113" userDrawn="1">
          <p15:clr>
            <a:srgbClr val="A4A3A4"/>
          </p15:clr>
        </p15:guide>
        <p15:guide id="17" pos="7752" userDrawn="1">
          <p15:clr>
            <a:srgbClr val="A4A3A4"/>
          </p15:clr>
        </p15:guide>
        <p15:guide id="18" pos="9217" userDrawn="1">
          <p15:clr>
            <a:srgbClr val="A4A3A4"/>
          </p15:clr>
        </p15:guide>
        <p15:guide id="19" pos="9858" userDrawn="1">
          <p15:clr>
            <a:srgbClr val="A4A3A4"/>
          </p15:clr>
        </p15:guide>
        <p15:guide id="20" pos="11319" userDrawn="1">
          <p15:clr>
            <a:srgbClr val="A4A3A4"/>
          </p15:clr>
        </p15:guide>
        <p15:guide id="21" pos="11958" userDrawn="1">
          <p15:clr>
            <a:srgbClr val="A4A3A4"/>
          </p15:clr>
        </p15:guide>
        <p15:guide id="22" pos="13420" userDrawn="1">
          <p15:clr>
            <a:srgbClr val="A4A3A4"/>
          </p15:clr>
        </p15:guide>
        <p15:guide id="23" pos="14065" userDrawn="1">
          <p15:clr>
            <a:srgbClr val="A4A3A4"/>
          </p15:clr>
        </p15:guide>
        <p15:guide id="24" pos="15520" userDrawn="1">
          <p15:clr>
            <a:srgbClr val="A4A3A4"/>
          </p15:clr>
        </p15:guide>
        <p15:guide id="25" pos="1616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699"/>
    <a:srgbClr val="009EE3"/>
    <a:srgbClr val="00964E"/>
    <a:srgbClr val="E53009"/>
    <a:srgbClr val="E500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68"/>
    <p:restoredTop sz="94737"/>
  </p:normalViewPr>
  <p:slideViewPr>
    <p:cSldViewPr showGuides="1">
      <p:cViewPr varScale="1">
        <p:scale>
          <a:sx n="17" d="100"/>
          <a:sy n="17" d="100"/>
        </p:scale>
        <p:origin x="3564" y="120"/>
      </p:cViewPr>
      <p:guideLst>
        <p:guide orient="horz" pos="13482"/>
        <p:guide pos="9536"/>
        <p:guide orient="horz" pos="1444"/>
        <p:guide orient="horz" pos="25519"/>
        <p:guide pos="1444"/>
        <p:guide pos="17627"/>
        <p:guide pos="2909"/>
        <p:guide orient="horz" pos="7855"/>
        <p:guide orient="horz" pos="19539"/>
        <p:guide pos="3551"/>
        <p:guide pos="5011"/>
        <p:guide pos="5651"/>
        <p:guide pos="7113"/>
        <p:guide pos="7752"/>
        <p:guide pos="9217"/>
        <p:guide pos="9858"/>
        <p:guide pos="11319"/>
        <p:guide pos="11958"/>
        <p:guide pos="13420"/>
        <p:guide pos="14065"/>
        <p:guide pos="15520"/>
        <p:guide pos="1616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4" d="100"/>
          <a:sy n="64" d="100"/>
        </p:scale>
        <p:origin x="-2832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779C4D-4791-4D59-8DC6-E8AFFE904828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ECEF44-CAAA-4BD8-BB4A-3FBF15456D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5278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4C8CEE-EA98-4BE2-B5DF-BF93C5D16FF5}" type="datetimeFigureOut">
              <a:rPr lang="de-DE" smtClean="0"/>
              <a:t>06.11.2025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623C6D-1132-49D9-8AA2-BA270449FE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1977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92879" rtl="0" eaLnBrk="1" latinLnBrk="0" hangingPunct="1">
      <a:defRPr sz="1696" kern="1200">
        <a:solidFill>
          <a:schemeClr val="tx1"/>
        </a:solidFill>
        <a:latin typeface="+mn-lt"/>
        <a:ea typeface="+mn-ea"/>
        <a:cs typeface="+mn-cs"/>
      </a:defRPr>
    </a:lvl1pPr>
    <a:lvl2pPr marL="646441" algn="l" defTabSz="1292879" rtl="0" eaLnBrk="1" latinLnBrk="0" hangingPunct="1">
      <a:defRPr sz="1696" kern="1200">
        <a:solidFill>
          <a:schemeClr val="tx1"/>
        </a:solidFill>
        <a:latin typeface="+mn-lt"/>
        <a:ea typeface="+mn-ea"/>
        <a:cs typeface="+mn-cs"/>
      </a:defRPr>
    </a:lvl2pPr>
    <a:lvl3pPr marL="1292879" algn="l" defTabSz="1292879" rtl="0" eaLnBrk="1" latinLnBrk="0" hangingPunct="1">
      <a:defRPr sz="1696" kern="1200">
        <a:solidFill>
          <a:schemeClr val="tx1"/>
        </a:solidFill>
        <a:latin typeface="+mn-lt"/>
        <a:ea typeface="+mn-ea"/>
        <a:cs typeface="+mn-cs"/>
      </a:defRPr>
    </a:lvl3pPr>
    <a:lvl4pPr marL="1939320" algn="l" defTabSz="1292879" rtl="0" eaLnBrk="1" latinLnBrk="0" hangingPunct="1">
      <a:defRPr sz="1696" kern="1200">
        <a:solidFill>
          <a:schemeClr val="tx1"/>
        </a:solidFill>
        <a:latin typeface="+mn-lt"/>
        <a:ea typeface="+mn-ea"/>
        <a:cs typeface="+mn-cs"/>
      </a:defRPr>
    </a:lvl4pPr>
    <a:lvl5pPr marL="2585764" algn="l" defTabSz="1292879" rtl="0" eaLnBrk="1" latinLnBrk="0" hangingPunct="1">
      <a:defRPr sz="1696" kern="1200">
        <a:solidFill>
          <a:schemeClr val="tx1"/>
        </a:solidFill>
        <a:latin typeface="+mn-lt"/>
        <a:ea typeface="+mn-ea"/>
        <a:cs typeface="+mn-cs"/>
      </a:defRPr>
    </a:lvl5pPr>
    <a:lvl6pPr marL="3232205" algn="l" defTabSz="1292879" rtl="0" eaLnBrk="1" latinLnBrk="0" hangingPunct="1">
      <a:defRPr sz="1696" kern="1200">
        <a:solidFill>
          <a:schemeClr val="tx1"/>
        </a:solidFill>
        <a:latin typeface="+mn-lt"/>
        <a:ea typeface="+mn-ea"/>
        <a:cs typeface="+mn-cs"/>
      </a:defRPr>
    </a:lvl6pPr>
    <a:lvl7pPr marL="3878642" algn="l" defTabSz="1292879" rtl="0" eaLnBrk="1" latinLnBrk="0" hangingPunct="1">
      <a:defRPr sz="1696" kern="1200">
        <a:solidFill>
          <a:schemeClr val="tx1"/>
        </a:solidFill>
        <a:latin typeface="+mn-lt"/>
        <a:ea typeface="+mn-ea"/>
        <a:cs typeface="+mn-cs"/>
      </a:defRPr>
    </a:lvl7pPr>
    <a:lvl8pPr marL="4525088" algn="l" defTabSz="1292879" rtl="0" eaLnBrk="1" latinLnBrk="0" hangingPunct="1">
      <a:defRPr sz="1696" kern="1200">
        <a:solidFill>
          <a:schemeClr val="tx1"/>
        </a:solidFill>
        <a:latin typeface="+mn-lt"/>
        <a:ea typeface="+mn-ea"/>
        <a:cs typeface="+mn-cs"/>
      </a:defRPr>
    </a:lvl8pPr>
    <a:lvl9pPr marL="5171526" algn="l" defTabSz="1292879" rtl="0" eaLnBrk="1" latinLnBrk="0" hangingPunct="1">
      <a:defRPr sz="169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Allgemein– ge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platzhalter 12">
            <a:extLst>
              <a:ext uri="{FF2B5EF4-FFF2-40B4-BE49-F238E27FC236}">
                <a16:creationId xmlns:a16="http://schemas.microsoft.com/office/drawing/2014/main" id="{400ECF82-A47C-8047-9D09-E2A6123FB62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76366" y="39566296"/>
            <a:ext cx="18650072" cy="1493769"/>
          </a:xfrm>
          <a:noFill/>
        </p:spPr>
        <p:txBody>
          <a:bodyPr wrap="none" lIns="0" tIns="72000" rIns="144000" bIns="144000" numCol="1">
            <a:noAutofit/>
          </a:bodyPr>
          <a:lstStyle>
            <a:lvl1pPr marL="216000" marR="0" indent="0" algn="l" defTabSz="3848201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952625" algn="l"/>
              </a:tabLst>
              <a:defRPr sz="24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marL="0" marR="0" lvl="0" indent="0" algn="l" defTabSz="3848201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Mastertextformat bearbeiten
Zweite Ebene
Dritte Ebene
Vierte Ebene
Fünfte Ebene</a:t>
            </a:r>
          </a:p>
          <a:p>
            <a:pPr lvl="0"/>
            <a:endParaRPr lang="de-DE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A1391A77-18DE-4F2C-9112-C23000799E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207288" y="23460661"/>
            <a:ext cx="8226303" cy="8226303"/>
          </a:xfrm>
        </p:spPr>
        <p:txBody>
          <a:bodyPr anchor="ctr" anchorCtr="0"/>
          <a:lstStyle>
            <a:lvl1pPr algn="ctr">
              <a:defRPr sz="3911"/>
            </a:lvl1pPr>
          </a:lstStyle>
          <a:p>
            <a:r>
              <a:rPr lang="de-DE" dirty="0"/>
              <a:t>Bitte Bild einfügen</a:t>
            </a:r>
          </a:p>
        </p:txBody>
      </p:sp>
      <p:sp>
        <p:nvSpPr>
          <p:cNvPr id="41" name="Bildplatzhalter 10">
            <a:extLst>
              <a:ext uri="{FF2B5EF4-FFF2-40B4-BE49-F238E27FC236}">
                <a16:creationId xmlns:a16="http://schemas.microsoft.com/office/drawing/2014/main" id="{CBAE7DA1-466A-9941-87C4-65F57799D8BC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9752670" y="23460661"/>
            <a:ext cx="8226303" cy="8226303"/>
          </a:xfrm>
        </p:spPr>
        <p:txBody>
          <a:bodyPr anchor="ctr" anchorCtr="0"/>
          <a:lstStyle>
            <a:lvl1pPr algn="ctr">
              <a:defRPr sz="3911"/>
            </a:lvl1pPr>
          </a:lstStyle>
          <a:p>
            <a:r>
              <a:rPr lang="de-DE" dirty="0"/>
              <a:t>Bitte Bild einfügen</a:t>
            </a:r>
          </a:p>
        </p:txBody>
      </p:sp>
      <p:sp>
        <p:nvSpPr>
          <p:cNvPr id="40" name="Bildplatzhalter 10">
            <a:extLst>
              <a:ext uri="{FF2B5EF4-FFF2-40B4-BE49-F238E27FC236}">
                <a16:creationId xmlns:a16="http://schemas.microsoft.com/office/drawing/2014/main" id="{C5BF3E46-9183-4B4C-872D-F9405BAF3E5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0983686" y="23472722"/>
            <a:ext cx="8226303" cy="8226303"/>
          </a:xfrm>
        </p:spPr>
        <p:txBody>
          <a:bodyPr anchor="ctr" anchorCtr="0"/>
          <a:lstStyle>
            <a:lvl1pPr algn="ctr">
              <a:defRPr sz="3911"/>
            </a:lvl1pPr>
          </a:lstStyle>
          <a:p>
            <a:r>
              <a:rPr lang="de-DE" dirty="0"/>
              <a:t>Bitte Bild einfügen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258019" y="4840041"/>
            <a:ext cx="17310208" cy="4312179"/>
          </a:xfrm>
        </p:spPr>
        <p:txBody>
          <a:bodyPr/>
          <a:lstStyle>
            <a:lvl1pPr algn="l">
              <a:lnSpc>
                <a:spcPct val="90000"/>
              </a:lnSpc>
              <a:defRPr sz="88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F4398A2-1D4B-4BB9-A768-E835998FDA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91901" y="32954514"/>
            <a:ext cx="25809875" cy="6149805"/>
          </a:xfrm>
          <a:solidFill>
            <a:schemeClr val="bg1">
              <a:lumMod val="95000"/>
            </a:schemeClr>
          </a:solidFill>
        </p:spPr>
        <p:txBody>
          <a:bodyPr wrap="none" lIns="144000" tIns="144000" rIns="144000" bIns="144000" numCol="4"/>
          <a:lstStyle>
            <a:lvl1pPr marL="0" marR="0" indent="0" algn="l" defTabSz="3848201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marL="0" marR="0" lvl="0" indent="0" algn="l" defTabSz="3848201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Mastertextformat bearbeiten
Zweite Ebene
Dritte Ebene
Vierte Ebene
Fünfte Ebene</a:t>
            </a:r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42B69A25-D9CE-43B6-86F3-AE03F882DD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898292" y="10476343"/>
            <a:ext cx="6090421" cy="12797745"/>
          </a:xfrm>
          <a:solidFill>
            <a:schemeClr val="bg1">
              <a:lumMod val="95000"/>
            </a:schemeClr>
          </a:solidFill>
        </p:spPr>
        <p:txBody>
          <a:bodyPr wrap="none" lIns="144000" tIns="144000" rIns="144000" bIns="144000"/>
          <a:lstStyle>
            <a:lvl1pPr>
              <a:lnSpc>
                <a:spcPct val="105000"/>
              </a:lnSpc>
              <a:defRPr sz="24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Mastertextformat bearbeiten
Zweite Ebene
Dritte Ebene
Vierte Ebene
Fünfte Ebene</a:t>
            </a:r>
          </a:p>
        </p:txBody>
      </p:sp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EB7E143E-953E-F243-9296-69684E960E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0488" y="10451516"/>
            <a:ext cx="12835090" cy="6504116"/>
          </a:xfrm>
          <a:solidFill>
            <a:schemeClr val="bg1">
              <a:lumMod val="95000"/>
            </a:schemeClr>
          </a:solidFill>
        </p:spPr>
        <p:txBody>
          <a:bodyPr wrap="none" lIns="144000" tIns="144000" rIns="144000" bIns="144000" numCol="2"/>
          <a:lstStyle>
            <a:lvl1pPr>
              <a:lnSpc>
                <a:spcPct val="105000"/>
              </a:lnSpc>
              <a:defRPr sz="32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Mastertextformat bearbeiten
Zweite Ebene
Dritte Ebene
Vierte Ebene
Fünfte Ebene</a:t>
            </a:r>
          </a:p>
        </p:txBody>
      </p:sp>
      <p:sp>
        <p:nvSpPr>
          <p:cNvPr id="16" name="Textplatzhalter 12">
            <a:extLst>
              <a:ext uri="{FF2B5EF4-FFF2-40B4-BE49-F238E27FC236}">
                <a16:creationId xmlns:a16="http://schemas.microsoft.com/office/drawing/2014/main" id="{92B181E8-0812-1F42-AEBF-17C1709BED4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5404750" y="10453569"/>
            <a:ext cx="6090421" cy="12797745"/>
          </a:xfrm>
          <a:solidFill>
            <a:schemeClr val="bg1">
              <a:lumMod val="95000"/>
            </a:schemeClr>
          </a:solidFill>
        </p:spPr>
        <p:txBody>
          <a:bodyPr wrap="none" lIns="144000" tIns="144000" rIns="144000" bIns="144000"/>
          <a:lstStyle>
            <a:lvl1pPr>
              <a:lnSpc>
                <a:spcPct val="105000"/>
              </a:lnSpc>
              <a:defRPr sz="24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Mastertextformat bearbeiten
Zweite Ebene
Dritte Ebene
Vierte Ebene
Fünfte Ebene</a:t>
            </a:r>
          </a:p>
        </p:txBody>
      </p:sp>
      <p:sp>
        <p:nvSpPr>
          <p:cNvPr id="20" name="Textplatzhalter 12">
            <a:extLst>
              <a:ext uri="{FF2B5EF4-FFF2-40B4-BE49-F238E27FC236}">
                <a16:creationId xmlns:a16="http://schemas.microsoft.com/office/drawing/2014/main" id="{4BB2761F-36C0-1D45-B14A-5DC3E90789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207288" y="31939724"/>
            <a:ext cx="12772117" cy="775390"/>
          </a:xfr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numCol="1" anchor="ctr"/>
          <a:lstStyle>
            <a:lvl1pPr>
              <a:lnSpc>
                <a:spcPct val="105000"/>
              </a:lnSpc>
              <a:defRPr sz="4800">
                <a:solidFill>
                  <a:sysClr val="windowText" lastClr="000000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Diskussion</a:t>
            </a:r>
          </a:p>
        </p:txBody>
      </p:sp>
      <p:sp>
        <p:nvSpPr>
          <p:cNvPr id="26" name="Textplatzhalter 12">
            <a:extLst>
              <a:ext uri="{FF2B5EF4-FFF2-40B4-BE49-F238E27FC236}">
                <a16:creationId xmlns:a16="http://schemas.microsoft.com/office/drawing/2014/main" id="{910E0DE1-8132-0848-BEAE-037E4329DDD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160489" y="18249725"/>
            <a:ext cx="12835090" cy="4986050"/>
          </a:xfrm>
          <a:solidFill>
            <a:schemeClr val="bg1">
              <a:lumMod val="95000"/>
            </a:schemeClr>
          </a:solidFill>
        </p:spPr>
        <p:txBody>
          <a:bodyPr wrap="none" lIns="144000" tIns="144000" rIns="144000" bIns="144000" numCol="1"/>
          <a:lstStyle>
            <a:lvl1pPr>
              <a:lnSpc>
                <a:spcPct val="105000"/>
              </a:lnSpc>
              <a:defRPr sz="32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Mastertextformat bearbeiten
Zweite Ebene
Dritte Ebene
Vierte Ebene
Fünfte Ebene</a:t>
            </a:r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7EB4064E-AE28-0340-A2C4-8791B2D40E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0299987" y="4840041"/>
            <a:ext cx="7701789" cy="2049842"/>
          </a:xfrm>
        </p:spPr>
        <p:txBody>
          <a:bodyPr lIns="144000" tIns="144000" numCol="1"/>
          <a:lstStyle>
            <a:lvl1pPr>
              <a:lnSpc>
                <a:spcPct val="105000"/>
              </a:lnSpc>
              <a:defRPr sz="3600"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Name der Mitarbeiter</a:t>
            </a:r>
          </a:p>
        </p:txBody>
      </p:sp>
      <p:sp>
        <p:nvSpPr>
          <p:cNvPr id="30" name="Bildplatzhalter 6">
            <a:extLst>
              <a:ext uri="{FF2B5EF4-FFF2-40B4-BE49-F238E27FC236}">
                <a16:creationId xmlns:a16="http://schemas.microsoft.com/office/drawing/2014/main" id="{A3CF73C4-6A9B-AB46-B547-D885FBAF12C6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20299987" y="7245572"/>
            <a:ext cx="7678986" cy="1906648"/>
          </a:xfrm>
        </p:spPr>
        <p:txBody>
          <a:bodyPr/>
          <a:lstStyle>
            <a:lvl1pPr>
              <a:defRPr sz="2800"/>
            </a:lvl1pPr>
          </a:lstStyle>
          <a:p>
            <a:r>
              <a:rPr lang="de-DE" dirty="0"/>
              <a:t>Logo (optional)</a:t>
            </a:r>
          </a:p>
        </p:txBody>
      </p:sp>
      <p:sp>
        <p:nvSpPr>
          <p:cNvPr id="31" name="Textplatzhalter 12">
            <a:extLst>
              <a:ext uri="{FF2B5EF4-FFF2-40B4-BE49-F238E27FC236}">
                <a16:creationId xmlns:a16="http://schemas.microsoft.com/office/drawing/2014/main" id="{D7D5AE06-2103-B842-8AF7-791F50FDCE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91901" y="30911574"/>
            <a:ext cx="792453" cy="775390"/>
          </a:xfr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numCol="1" anchor="ctr"/>
          <a:lstStyle>
            <a:lvl1pPr algn="ctr">
              <a:lnSpc>
                <a:spcPct val="105000"/>
              </a:lnSpc>
              <a:defRPr sz="4800">
                <a:solidFill>
                  <a:sysClr val="windowText" lastClr="000000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32" name="Textplatzhalter 12">
            <a:extLst>
              <a:ext uri="{FF2B5EF4-FFF2-40B4-BE49-F238E27FC236}">
                <a16:creationId xmlns:a16="http://schemas.microsoft.com/office/drawing/2014/main" id="{CA251D63-15F1-A544-84EB-319F995194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976272" y="30923635"/>
            <a:ext cx="792453" cy="775390"/>
          </a:xfr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numCol="1" anchor="ctr"/>
          <a:lstStyle>
            <a:lvl1pPr algn="ctr">
              <a:lnSpc>
                <a:spcPct val="105000"/>
              </a:lnSpc>
              <a:defRPr sz="4800">
                <a:solidFill>
                  <a:sysClr val="windowText" lastClr="000000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02</a:t>
            </a:r>
          </a:p>
        </p:txBody>
      </p:sp>
      <p:sp>
        <p:nvSpPr>
          <p:cNvPr id="33" name="Textplatzhalter 12">
            <a:extLst>
              <a:ext uri="{FF2B5EF4-FFF2-40B4-BE49-F238E27FC236}">
                <a16:creationId xmlns:a16="http://schemas.microsoft.com/office/drawing/2014/main" id="{F9029AED-CA9D-4342-8E55-5BE4B223C0C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9745498" y="30911574"/>
            <a:ext cx="792453" cy="775390"/>
          </a:xfr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numCol="1" anchor="ctr"/>
          <a:lstStyle>
            <a:lvl1pPr algn="ctr">
              <a:lnSpc>
                <a:spcPct val="105000"/>
              </a:lnSpc>
              <a:defRPr sz="4800">
                <a:solidFill>
                  <a:sysClr val="windowText" lastClr="000000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03</a:t>
            </a:r>
          </a:p>
        </p:txBody>
      </p:sp>
      <p:sp>
        <p:nvSpPr>
          <p:cNvPr id="42" name="Textplatzhalter 12">
            <a:extLst>
              <a:ext uri="{FF2B5EF4-FFF2-40B4-BE49-F238E27FC236}">
                <a16:creationId xmlns:a16="http://schemas.microsoft.com/office/drawing/2014/main" id="{D7133B78-7296-9346-B867-35ECBEC48FC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60488" y="17255194"/>
            <a:ext cx="12835090" cy="775390"/>
          </a:xfr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numCol="1" anchor="ctr"/>
          <a:lstStyle>
            <a:lvl1pPr>
              <a:lnSpc>
                <a:spcPct val="105000"/>
              </a:lnSpc>
              <a:defRPr sz="4800">
                <a:solidFill>
                  <a:sysClr val="windowText" lastClr="000000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43" name="Textplatzhalter 12">
            <a:extLst>
              <a:ext uri="{FF2B5EF4-FFF2-40B4-BE49-F238E27FC236}">
                <a16:creationId xmlns:a16="http://schemas.microsoft.com/office/drawing/2014/main" id="{7CF9F7A0-9A85-9343-844E-03A1547B75C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160488" y="9507909"/>
            <a:ext cx="12835090" cy="775390"/>
          </a:xfr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numCol="1" anchor="ctr"/>
          <a:lstStyle>
            <a:lvl1pPr>
              <a:lnSpc>
                <a:spcPct val="105000"/>
              </a:lnSpc>
              <a:defRPr sz="4800">
                <a:solidFill>
                  <a:sysClr val="windowText" lastClr="000000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44" name="Textplatzhalter 12">
            <a:extLst>
              <a:ext uri="{FF2B5EF4-FFF2-40B4-BE49-F238E27FC236}">
                <a16:creationId xmlns:a16="http://schemas.microsoft.com/office/drawing/2014/main" id="{236D74F0-8DF2-2A45-9960-46BA71F3472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404750" y="9507909"/>
            <a:ext cx="6090421" cy="775390"/>
          </a:xfr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numCol="1" anchor="ctr"/>
          <a:lstStyle>
            <a:lvl1pPr>
              <a:lnSpc>
                <a:spcPct val="105000"/>
              </a:lnSpc>
              <a:defRPr sz="4800">
                <a:solidFill>
                  <a:sysClr val="windowText" lastClr="000000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45" name="Textplatzhalter 12">
            <a:extLst>
              <a:ext uri="{FF2B5EF4-FFF2-40B4-BE49-F238E27FC236}">
                <a16:creationId xmlns:a16="http://schemas.microsoft.com/office/drawing/2014/main" id="{A9154D27-D0C6-9448-95D3-AC036026768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1898291" y="9489070"/>
            <a:ext cx="6090421" cy="775390"/>
          </a:xfr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numCol="1" anchor="ctr"/>
          <a:lstStyle>
            <a:lvl1pPr>
              <a:lnSpc>
                <a:spcPct val="105000"/>
              </a:lnSpc>
              <a:defRPr sz="4800">
                <a:solidFill>
                  <a:sysClr val="windowText" lastClr="000000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Überschrift</a:t>
            </a:r>
          </a:p>
        </p:txBody>
      </p: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248C8ADF-C8D1-B547-8BCE-3C71AA614FF4}"/>
              </a:ext>
            </a:extLst>
          </p:cNvPr>
          <p:cNvGrpSpPr/>
          <p:nvPr userDrawn="1"/>
        </p:nvGrpSpPr>
        <p:grpSpPr>
          <a:xfrm>
            <a:off x="2191901" y="39953257"/>
            <a:ext cx="1515600" cy="759600"/>
            <a:chOff x="2191901" y="35942763"/>
            <a:chExt cx="1515600" cy="759600"/>
          </a:xfrm>
        </p:grpSpPr>
        <p:sp>
          <p:nvSpPr>
            <p:cNvPr id="54" name="Hintergrund Briefsymbol">
              <a:extLst>
                <a:ext uri="{FF2B5EF4-FFF2-40B4-BE49-F238E27FC236}">
                  <a16:creationId xmlns:a16="http://schemas.microsoft.com/office/drawing/2014/main" id="{61679E55-7791-254B-8A62-D9905E829E08}"/>
                </a:ext>
              </a:extLst>
            </p:cNvPr>
            <p:cNvSpPr/>
            <p:nvPr userDrawn="1"/>
          </p:nvSpPr>
          <p:spPr bwMode="auto">
            <a:xfrm>
              <a:off x="2191901" y="35942763"/>
              <a:ext cx="1515600" cy="75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1767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8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55" name="Grafik 54">
              <a:extLst>
                <a:ext uri="{FF2B5EF4-FFF2-40B4-BE49-F238E27FC236}">
                  <a16:creationId xmlns:a16="http://schemas.microsoft.com/office/drawing/2014/main" id="{827EDF42-E0F8-C647-BE18-1100F283DB8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642376" y="36087569"/>
              <a:ext cx="685800" cy="50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67044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861" userDrawn="1">
          <p15:clr>
            <a:srgbClr val="FBAE40"/>
          </p15:clr>
        </p15:guide>
        <p15:guide id="3" orient="horz" pos="1906" userDrawn="1">
          <p15:clr>
            <a:srgbClr val="FBAE40"/>
          </p15:clr>
        </p15:guide>
        <p15:guide id="4" pos="1371" userDrawn="1">
          <p15:clr>
            <a:srgbClr val="FBAE40"/>
          </p15:clr>
        </p15:guide>
        <p15:guide id="5" orient="horz" pos="14752" userDrawn="1">
          <p15:clr>
            <a:srgbClr val="FBAE40"/>
          </p15:clr>
        </p15:guide>
        <p15:guide id="6" orient="horz" pos="25538" userDrawn="1">
          <p15:clr>
            <a:srgbClr val="FBAE40"/>
          </p15:clr>
        </p15:guide>
        <p15:guide id="7" orient="horz" pos="527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Allgemein – mage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6897515D-89CA-D94F-BF6F-5C329D1F2C63}"/>
              </a:ext>
            </a:extLst>
          </p:cNvPr>
          <p:cNvGrpSpPr/>
          <p:nvPr userDrawn="1"/>
        </p:nvGrpSpPr>
        <p:grpSpPr>
          <a:xfrm>
            <a:off x="2191901" y="39933917"/>
            <a:ext cx="1515600" cy="759600"/>
            <a:chOff x="2191901" y="35942763"/>
            <a:chExt cx="1515600" cy="759600"/>
          </a:xfrm>
        </p:grpSpPr>
        <p:sp>
          <p:nvSpPr>
            <p:cNvPr id="25" name="Hintergrund Briefsymbol">
              <a:extLst>
                <a:ext uri="{FF2B5EF4-FFF2-40B4-BE49-F238E27FC236}">
                  <a16:creationId xmlns:a16="http://schemas.microsoft.com/office/drawing/2014/main" id="{96EBA6AD-DF51-3242-85C5-F55D80E3F397}"/>
                </a:ext>
              </a:extLst>
            </p:cNvPr>
            <p:cNvSpPr/>
            <p:nvPr userDrawn="1"/>
          </p:nvSpPr>
          <p:spPr bwMode="auto">
            <a:xfrm>
              <a:off x="2191901" y="35942763"/>
              <a:ext cx="1515600" cy="759600"/>
            </a:xfrm>
            <a:prstGeom prst="rect">
              <a:avLst/>
            </a:prstGeom>
            <a:solidFill>
              <a:srgbClr val="E5007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1767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8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29" name="Briefsymbol">
              <a:extLst>
                <a:ext uri="{FF2B5EF4-FFF2-40B4-BE49-F238E27FC236}">
                  <a16:creationId xmlns:a16="http://schemas.microsoft.com/office/drawing/2014/main" id="{754694F6-68BE-5442-8650-C644177709F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2376" y="36067861"/>
              <a:ext cx="6858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0" name="Textplatzhalter 12">
            <a:extLst>
              <a:ext uri="{FF2B5EF4-FFF2-40B4-BE49-F238E27FC236}">
                <a16:creationId xmlns:a16="http://schemas.microsoft.com/office/drawing/2014/main" id="{D66D06F7-12DE-744B-A1AA-CBA94DA90D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76366" y="39566296"/>
            <a:ext cx="18650072" cy="1493769"/>
          </a:xfrm>
          <a:noFill/>
        </p:spPr>
        <p:txBody>
          <a:bodyPr wrap="none" lIns="0" tIns="72000" rIns="144000" bIns="144000" numCol="1">
            <a:noAutofit/>
          </a:bodyPr>
          <a:lstStyle>
            <a:lvl1pPr marL="216000" marR="0" indent="0" algn="l" defTabSz="3848201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952625" algn="l"/>
              </a:tabLst>
              <a:defRPr sz="24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marL="0" marR="0" lvl="0" indent="0" algn="l" defTabSz="3848201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Mastertextformat bearbeiten
Zweite Ebene
Dritte Ebene
Vierte Ebene
Fünfte Ebene</a:t>
            </a:r>
          </a:p>
          <a:p>
            <a:pPr lvl="0"/>
            <a:endParaRPr lang="de-DE" dirty="0"/>
          </a:p>
        </p:txBody>
      </p:sp>
      <p:sp>
        <p:nvSpPr>
          <p:cNvPr id="121" name="Bildplatzhalter 10">
            <a:extLst>
              <a:ext uri="{FF2B5EF4-FFF2-40B4-BE49-F238E27FC236}">
                <a16:creationId xmlns:a16="http://schemas.microsoft.com/office/drawing/2014/main" id="{72FB2959-5371-8C46-8BA8-7ED3BC3DB0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207288" y="23460661"/>
            <a:ext cx="8226303" cy="8226303"/>
          </a:xfrm>
        </p:spPr>
        <p:txBody>
          <a:bodyPr anchor="ctr" anchorCtr="0"/>
          <a:lstStyle>
            <a:lvl1pPr algn="ctr">
              <a:defRPr sz="3911"/>
            </a:lvl1pPr>
          </a:lstStyle>
          <a:p>
            <a:r>
              <a:rPr lang="de-DE" dirty="0"/>
              <a:t>Diagramm/Grafik/Bild durch Klicken auf das Symbol hinzufügen. </a:t>
            </a:r>
          </a:p>
        </p:txBody>
      </p:sp>
      <p:sp>
        <p:nvSpPr>
          <p:cNvPr id="122" name="Bildplatzhalter 10">
            <a:extLst>
              <a:ext uri="{FF2B5EF4-FFF2-40B4-BE49-F238E27FC236}">
                <a16:creationId xmlns:a16="http://schemas.microsoft.com/office/drawing/2014/main" id="{FE38B818-AB0D-A246-B8A3-43E275944354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9752670" y="23460661"/>
            <a:ext cx="8226303" cy="8226303"/>
          </a:xfrm>
        </p:spPr>
        <p:txBody>
          <a:bodyPr anchor="ctr" anchorCtr="0"/>
          <a:lstStyle>
            <a:lvl1pPr algn="ctr">
              <a:defRPr sz="3911"/>
            </a:lvl1pPr>
          </a:lstStyle>
          <a:p>
            <a:r>
              <a:rPr lang="de-DE" dirty="0"/>
              <a:t>Diagramm/Grafik/Bild durch Klicken auf das Symbol hinzufügen. </a:t>
            </a:r>
          </a:p>
        </p:txBody>
      </p:sp>
      <p:sp>
        <p:nvSpPr>
          <p:cNvPr id="123" name="Bildplatzhalter 10">
            <a:extLst>
              <a:ext uri="{FF2B5EF4-FFF2-40B4-BE49-F238E27FC236}">
                <a16:creationId xmlns:a16="http://schemas.microsoft.com/office/drawing/2014/main" id="{73EA14DD-35A9-3147-B8C1-7F11816F0AC2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0983686" y="23472722"/>
            <a:ext cx="8226303" cy="8226303"/>
          </a:xfrm>
        </p:spPr>
        <p:txBody>
          <a:bodyPr anchor="ctr" anchorCtr="0"/>
          <a:lstStyle>
            <a:lvl1pPr algn="ctr">
              <a:defRPr sz="3911"/>
            </a:lvl1pPr>
          </a:lstStyle>
          <a:p>
            <a:r>
              <a:rPr lang="de-DE" dirty="0"/>
              <a:t>Diagramm/Grafik/Bild durch Klicken auf das Symbol hinzufügen. </a:t>
            </a:r>
          </a:p>
        </p:txBody>
      </p:sp>
      <p:sp>
        <p:nvSpPr>
          <p:cNvPr id="124" name="Titel 1">
            <a:extLst>
              <a:ext uri="{FF2B5EF4-FFF2-40B4-BE49-F238E27FC236}">
                <a16:creationId xmlns:a16="http://schemas.microsoft.com/office/drawing/2014/main" id="{BEECB329-5C7B-8D44-84ED-FDDFFA06A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3624" y="4840041"/>
            <a:ext cx="17310208" cy="4312179"/>
          </a:xfrm>
        </p:spPr>
        <p:txBody>
          <a:bodyPr/>
          <a:lstStyle>
            <a:lvl1pPr algn="l">
              <a:lnSpc>
                <a:spcPct val="90000"/>
              </a:lnSpc>
              <a:defRPr sz="88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25" name="Textplatzhalter 12">
            <a:extLst>
              <a:ext uri="{FF2B5EF4-FFF2-40B4-BE49-F238E27FC236}">
                <a16:creationId xmlns:a16="http://schemas.microsoft.com/office/drawing/2014/main" id="{99C83AC9-62AE-744B-A739-68D00B0350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91901" y="32954514"/>
            <a:ext cx="25809875" cy="6149805"/>
          </a:xfrm>
          <a:solidFill>
            <a:schemeClr val="bg1">
              <a:lumMod val="95000"/>
            </a:schemeClr>
          </a:solidFill>
        </p:spPr>
        <p:txBody>
          <a:bodyPr wrap="none" lIns="144000" tIns="144000" rIns="144000" bIns="144000" numCol="4"/>
          <a:lstStyle>
            <a:lvl1pPr marL="0" marR="0" indent="0" algn="l" defTabSz="3848201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marL="0" marR="0" lvl="0" indent="0" algn="l" defTabSz="3848201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Mastertextformat bearbeiten
Zweite Ebene
Dritte Ebene
Vierte Ebene
Fünfte Ebene</a:t>
            </a:r>
          </a:p>
        </p:txBody>
      </p:sp>
      <p:sp>
        <p:nvSpPr>
          <p:cNvPr id="126" name="Textplatzhalter 12">
            <a:extLst>
              <a:ext uri="{FF2B5EF4-FFF2-40B4-BE49-F238E27FC236}">
                <a16:creationId xmlns:a16="http://schemas.microsoft.com/office/drawing/2014/main" id="{9D8776B8-2695-F547-BE2D-17DC06D470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898292" y="10476343"/>
            <a:ext cx="6090421" cy="12797745"/>
          </a:xfrm>
          <a:solidFill>
            <a:schemeClr val="bg1">
              <a:lumMod val="95000"/>
            </a:schemeClr>
          </a:solidFill>
        </p:spPr>
        <p:txBody>
          <a:bodyPr wrap="none" lIns="144000" tIns="144000" rIns="144000" bIns="144000"/>
          <a:lstStyle>
            <a:lvl1pPr>
              <a:lnSpc>
                <a:spcPct val="105000"/>
              </a:lnSpc>
              <a:defRPr sz="24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Mastertextformat bearbeiten
Zweite Ebene
Dritte Ebene
Vierte Ebene
Fünfte Ebene</a:t>
            </a:r>
          </a:p>
        </p:txBody>
      </p:sp>
      <p:sp>
        <p:nvSpPr>
          <p:cNvPr id="127" name="Textplatzhalter 12">
            <a:extLst>
              <a:ext uri="{FF2B5EF4-FFF2-40B4-BE49-F238E27FC236}">
                <a16:creationId xmlns:a16="http://schemas.microsoft.com/office/drawing/2014/main" id="{61A4CC44-3FB8-5049-8F6D-597FE8E8BC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0488" y="10451516"/>
            <a:ext cx="12835090" cy="6504116"/>
          </a:xfrm>
          <a:solidFill>
            <a:schemeClr val="bg1">
              <a:lumMod val="95000"/>
            </a:schemeClr>
          </a:solidFill>
        </p:spPr>
        <p:txBody>
          <a:bodyPr wrap="none" lIns="144000" tIns="144000" rIns="144000" bIns="144000" numCol="2"/>
          <a:lstStyle>
            <a:lvl1pPr>
              <a:lnSpc>
                <a:spcPct val="105000"/>
              </a:lnSpc>
              <a:defRPr sz="32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Mastertextformat bearbeiten
Zweite Ebene
Dritte Ebene
Vierte Ebene
Fünfte Ebene</a:t>
            </a:r>
          </a:p>
        </p:txBody>
      </p:sp>
      <p:sp>
        <p:nvSpPr>
          <p:cNvPr id="128" name="Textplatzhalter 12">
            <a:extLst>
              <a:ext uri="{FF2B5EF4-FFF2-40B4-BE49-F238E27FC236}">
                <a16:creationId xmlns:a16="http://schemas.microsoft.com/office/drawing/2014/main" id="{F0F0B395-6C19-D34D-B4AD-E26D066F6F4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5404750" y="10453569"/>
            <a:ext cx="6090421" cy="12797745"/>
          </a:xfrm>
          <a:solidFill>
            <a:schemeClr val="bg1">
              <a:lumMod val="95000"/>
            </a:schemeClr>
          </a:solidFill>
        </p:spPr>
        <p:txBody>
          <a:bodyPr wrap="none" lIns="144000" tIns="144000" rIns="144000" bIns="144000"/>
          <a:lstStyle>
            <a:lvl1pPr>
              <a:lnSpc>
                <a:spcPct val="105000"/>
              </a:lnSpc>
              <a:defRPr sz="24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Mastertextformat bearbeiten
Zweite Ebene
Dritte Ebene
Vierte Ebene
Fünfte Ebene</a:t>
            </a:r>
          </a:p>
        </p:txBody>
      </p:sp>
      <p:sp>
        <p:nvSpPr>
          <p:cNvPr id="129" name="Textplatzhalter 12">
            <a:extLst>
              <a:ext uri="{FF2B5EF4-FFF2-40B4-BE49-F238E27FC236}">
                <a16:creationId xmlns:a16="http://schemas.microsoft.com/office/drawing/2014/main" id="{F318A43E-7BCF-6241-82D5-BA9B604538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207288" y="31939724"/>
            <a:ext cx="12772117" cy="775390"/>
          </a:xfr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numCol="1" anchor="ctr"/>
          <a:lstStyle>
            <a:lvl1pPr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Diskussion</a:t>
            </a:r>
          </a:p>
        </p:txBody>
      </p:sp>
      <p:sp>
        <p:nvSpPr>
          <p:cNvPr id="130" name="Textplatzhalter 12">
            <a:extLst>
              <a:ext uri="{FF2B5EF4-FFF2-40B4-BE49-F238E27FC236}">
                <a16:creationId xmlns:a16="http://schemas.microsoft.com/office/drawing/2014/main" id="{BA13CD13-089A-FB46-ABE6-3DB9B5D8C6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160489" y="18249725"/>
            <a:ext cx="12835090" cy="4986050"/>
          </a:xfrm>
          <a:solidFill>
            <a:schemeClr val="bg1">
              <a:lumMod val="95000"/>
            </a:schemeClr>
          </a:solidFill>
        </p:spPr>
        <p:txBody>
          <a:bodyPr wrap="none" lIns="144000" tIns="144000" rIns="144000" bIns="144000" numCol="1"/>
          <a:lstStyle>
            <a:lvl1pPr>
              <a:lnSpc>
                <a:spcPct val="105000"/>
              </a:lnSpc>
              <a:defRPr sz="32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Mastertextformat bearbeiten
Zweite Ebene
Dritte Ebene
Vierte Ebene
Fünfte Ebene</a:t>
            </a:r>
          </a:p>
        </p:txBody>
      </p:sp>
      <p:sp>
        <p:nvSpPr>
          <p:cNvPr id="131" name="Textplatzhalter 12">
            <a:extLst>
              <a:ext uri="{FF2B5EF4-FFF2-40B4-BE49-F238E27FC236}">
                <a16:creationId xmlns:a16="http://schemas.microsoft.com/office/drawing/2014/main" id="{4F3B1285-F093-F046-AA6C-8457920A443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0299987" y="4840041"/>
            <a:ext cx="7701789" cy="2049842"/>
          </a:xfrm>
        </p:spPr>
        <p:txBody>
          <a:bodyPr lIns="144000" tIns="144000" numCol="1"/>
          <a:lstStyle>
            <a:lvl1pPr>
              <a:lnSpc>
                <a:spcPct val="105000"/>
              </a:lnSpc>
              <a:defRPr sz="3600"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Name der Mitarbeiter</a:t>
            </a:r>
          </a:p>
        </p:txBody>
      </p:sp>
      <p:sp>
        <p:nvSpPr>
          <p:cNvPr id="132" name="Bildplatzhalter 6">
            <a:extLst>
              <a:ext uri="{FF2B5EF4-FFF2-40B4-BE49-F238E27FC236}">
                <a16:creationId xmlns:a16="http://schemas.microsoft.com/office/drawing/2014/main" id="{E8098141-E252-8645-844F-24A1637E7785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20299987" y="7245572"/>
            <a:ext cx="7678986" cy="1906648"/>
          </a:xfrm>
        </p:spPr>
        <p:txBody>
          <a:bodyPr/>
          <a:lstStyle>
            <a:lvl1pPr>
              <a:defRPr sz="2800"/>
            </a:lvl1pPr>
          </a:lstStyle>
          <a:p>
            <a:r>
              <a:rPr lang="de-DE" dirty="0"/>
              <a:t>Logo (optional)</a:t>
            </a:r>
          </a:p>
        </p:txBody>
      </p:sp>
      <p:sp>
        <p:nvSpPr>
          <p:cNvPr id="133" name="Textplatzhalter 12">
            <a:extLst>
              <a:ext uri="{FF2B5EF4-FFF2-40B4-BE49-F238E27FC236}">
                <a16:creationId xmlns:a16="http://schemas.microsoft.com/office/drawing/2014/main" id="{97983FFB-18F9-9048-9BAB-39A0DB0E9AF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91901" y="30911574"/>
            <a:ext cx="792453" cy="775390"/>
          </a:xfr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numCol="1" anchor="ctr"/>
          <a:lstStyle>
            <a:lvl1pPr algn="ctr"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134" name="Textplatzhalter 12">
            <a:extLst>
              <a:ext uri="{FF2B5EF4-FFF2-40B4-BE49-F238E27FC236}">
                <a16:creationId xmlns:a16="http://schemas.microsoft.com/office/drawing/2014/main" id="{E699B699-88D8-1B46-9290-5BB6F543991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976272" y="30923635"/>
            <a:ext cx="792453" cy="775390"/>
          </a:xfr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numCol="1" anchor="ctr"/>
          <a:lstStyle>
            <a:lvl1pPr algn="ctr"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02</a:t>
            </a:r>
          </a:p>
        </p:txBody>
      </p:sp>
      <p:sp>
        <p:nvSpPr>
          <p:cNvPr id="135" name="Textplatzhalter 12">
            <a:extLst>
              <a:ext uri="{FF2B5EF4-FFF2-40B4-BE49-F238E27FC236}">
                <a16:creationId xmlns:a16="http://schemas.microsoft.com/office/drawing/2014/main" id="{DA4763B0-FA7E-E043-98F0-798D33271E6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9745498" y="30911574"/>
            <a:ext cx="792453" cy="775390"/>
          </a:xfr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numCol="1" anchor="ctr"/>
          <a:lstStyle>
            <a:lvl1pPr algn="ctr"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03</a:t>
            </a:r>
          </a:p>
        </p:txBody>
      </p:sp>
      <p:sp>
        <p:nvSpPr>
          <p:cNvPr id="136" name="Textplatzhalter 12">
            <a:extLst>
              <a:ext uri="{FF2B5EF4-FFF2-40B4-BE49-F238E27FC236}">
                <a16:creationId xmlns:a16="http://schemas.microsoft.com/office/drawing/2014/main" id="{B51D765C-BCFB-C542-BE1A-F73D778152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60488" y="17255194"/>
            <a:ext cx="12835090" cy="775390"/>
          </a:xfr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numCol="1" anchor="ctr"/>
          <a:lstStyle>
            <a:lvl1pPr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37" name="Textplatzhalter 12">
            <a:extLst>
              <a:ext uri="{FF2B5EF4-FFF2-40B4-BE49-F238E27FC236}">
                <a16:creationId xmlns:a16="http://schemas.microsoft.com/office/drawing/2014/main" id="{833E62C8-C993-7B47-B63D-9CCA9E05383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160488" y="9507909"/>
            <a:ext cx="12835090" cy="775390"/>
          </a:xfr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numCol="1" anchor="ctr"/>
          <a:lstStyle>
            <a:lvl1pPr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38" name="Textplatzhalter 12">
            <a:extLst>
              <a:ext uri="{FF2B5EF4-FFF2-40B4-BE49-F238E27FC236}">
                <a16:creationId xmlns:a16="http://schemas.microsoft.com/office/drawing/2014/main" id="{1D735ED9-33DA-614B-83DB-6126F6D1260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404750" y="9507909"/>
            <a:ext cx="6090421" cy="775390"/>
          </a:xfr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numCol="1" anchor="ctr"/>
          <a:lstStyle>
            <a:lvl1pPr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39" name="Textplatzhalter 12">
            <a:extLst>
              <a:ext uri="{FF2B5EF4-FFF2-40B4-BE49-F238E27FC236}">
                <a16:creationId xmlns:a16="http://schemas.microsoft.com/office/drawing/2014/main" id="{151FD51B-137C-254F-8777-D68647650DB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1898291" y="9489070"/>
            <a:ext cx="6090421" cy="775390"/>
          </a:xfr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numCol="1" anchor="ctr"/>
          <a:lstStyle>
            <a:lvl1pPr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Überschrift</a:t>
            </a:r>
          </a:p>
        </p:txBody>
      </p:sp>
    </p:spTree>
    <p:extLst>
      <p:ext uri="{BB962C8B-B14F-4D97-AF65-F5344CB8AC3E}">
        <p14:creationId xmlns:p14="http://schemas.microsoft.com/office/powerpoint/2010/main" val="1352796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861">
          <p15:clr>
            <a:srgbClr val="FBAE40"/>
          </p15:clr>
        </p15:guide>
        <p15:guide id="3" orient="horz" pos="1906">
          <p15:clr>
            <a:srgbClr val="FBAE40"/>
          </p15:clr>
        </p15:guide>
        <p15:guide id="4" pos="1371">
          <p15:clr>
            <a:srgbClr val="FBAE40"/>
          </p15:clr>
        </p15:guide>
        <p15:guide id="5" orient="horz" pos="18162">
          <p15:clr>
            <a:srgbClr val="FBAE40"/>
          </p15:clr>
        </p15:guide>
        <p15:guide id="6" orient="horz" pos="25538">
          <p15:clr>
            <a:srgbClr val="FBAE40"/>
          </p15:clr>
        </p15:guide>
        <p15:guide id="7" orient="horz" pos="527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Allgemein – r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Hintergrund Briefsymbol">
            <a:extLst>
              <a:ext uri="{FF2B5EF4-FFF2-40B4-BE49-F238E27FC236}">
                <a16:creationId xmlns:a16="http://schemas.microsoft.com/office/drawing/2014/main" id="{96EBA6AD-DF51-3242-85C5-F55D80E3F397}"/>
              </a:ext>
            </a:extLst>
          </p:cNvPr>
          <p:cNvSpPr/>
          <p:nvPr userDrawn="1"/>
        </p:nvSpPr>
        <p:spPr bwMode="auto">
          <a:xfrm>
            <a:off x="2191901" y="39933917"/>
            <a:ext cx="1515600" cy="759600"/>
          </a:xfrm>
          <a:prstGeom prst="rect">
            <a:avLst/>
          </a:prstGeom>
          <a:solidFill>
            <a:srgbClr val="E5300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1767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8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29" name="Briefsymbol">
            <a:extLst>
              <a:ext uri="{FF2B5EF4-FFF2-40B4-BE49-F238E27FC236}">
                <a16:creationId xmlns:a16="http://schemas.microsoft.com/office/drawing/2014/main" id="{754694F6-68BE-5442-8650-C644177709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2376" y="40059015"/>
            <a:ext cx="6858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" name="Textplatzhalter 12">
            <a:extLst>
              <a:ext uri="{FF2B5EF4-FFF2-40B4-BE49-F238E27FC236}">
                <a16:creationId xmlns:a16="http://schemas.microsoft.com/office/drawing/2014/main" id="{D66D06F7-12DE-744B-A1AA-CBA94DA90D80}"/>
              </a:ext>
            </a:extLst>
          </p:cNvPr>
          <p:cNvSpPr>
            <a:spLocks noGrp="1"/>
          </p:cNvSpPr>
          <p:nvPr userDrawn="1">
            <p:ph type="body" sz="quarter" idx="29"/>
          </p:nvPr>
        </p:nvSpPr>
        <p:spPr>
          <a:xfrm>
            <a:off x="3976366" y="39566296"/>
            <a:ext cx="18650072" cy="1493769"/>
          </a:xfrm>
          <a:noFill/>
        </p:spPr>
        <p:txBody>
          <a:bodyPr wrap="none" lIns="0" tIns="72000" rIns="144000" bIns="144000" numCol="1">
            <a:noAutofit/>
          </a:bodyPr>
          <a:lstStyle>
            <a:lvl1pPr marL="216000" marR="0" indent="0" algn="l" defTabSz="3848201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952625" algn="l"/>
              </a:tabLst>
              <a:defRPr sz="24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marL="0" marR="0" lvl="0" indent="0" algn="l" defTabSz="3848201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Mastertextformat bearbeiten
Zweite Ebene
Dritte Ebene
Vierte Ebene
Fünfte Ebene</a:t>
            </a:r>
          </a:p>
          <a:p>
            <a:pPr lvl="0"/>
            <a:endParaRPr lang="de-DE" dirty="0"/>
          </a:p>
        </p:txBody>
      </p:sp>
      <p:sp>
        <p:nvSpPr>
          <p:cNvPr id="121" name="Bildplatzhalter 10">
            <a:extLst>
              <a:ext uri="{FF2B5EF4-FFF2-40B4-BE49-F238E27FC236}">
                <a16:creationId xmlns:a16="http://schemas.microsoft.com/office/drawing/2014/main" id="{72FB2959-5371-8C46-8BA8-7ED3BC3DB029}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2207288" y="23460661"/>
            <a:ext cx="8226303" cy="8226303"/>
          </a:xfrm>
        </p:spPr>
        <p:txBody>
          <a:bodyPr anchor="ctr" anchorCtr="0"/>
          <a:lstStyle>
            <a:lvl1pPr algn="ctr">
              <a:defRPr sz="3911"/>
            </a:lvl1pPr>
          </a:lstStyle>
          <a:p>
            <a:r>
              <a:rPr lang="de-DE" dirty="0"/>
              <a:t>Diagramm/Grafik/Bild durch Klicken auf das Symbol hinzufügen. </a:t>
            </a:r>
          </a:p>
        </p:txBody>
      </p:sp>
      <p:sp>
        <p:nvSpPr>
          <p:cNvPr id="122" name="Bildplatzhalter 10">
            <a:extLst>
              <a:ext uri="{FF2B5EF4-FFF2-40B4-BE49-F238E27FC236}">
                <a16:creationId xmlns:a16="http://schemas.microsoft.com/office/drawing/2014/main" id="{FE38B818-AB0D-A246-B8A3-43E275944354}"/>
              </a:ext>
            </a:extLst>
          </p:cNvPr>
          <p:cNvSpPr>
            <a:spLocks noGrp="1"/>
          </p:cNvSpPr>
          <p:nvPr userDrawn="1">
            <p:ph type="pic" sz="quarter" idx="35" hasCustomPrompt="1"/>
          </p:nvPr>
        </p:nvSpPr>
        <p:spPr>
          <a:xfrm>
            <a:off x="19752670" y="23460661"/>
            <a:ext cx="8226303" cy="8226303"/>
          </a:xfrm>
        </p:spPr>
        <p:txBody>
          <a:bodyPr anchor="ctr" anchorCtr="0"/>
          <a:lstStyle>
            <a:lvl1pPr algn="ctr">
              <a:defRPr sz="3911"/>
            </a:lvl1pPr>
          </a:lstStyle>
          <a:p>
            <a:r>
              <a:rPr lang="de-DE" dirty="0"/>
              <a:t>Diagramm/Grafik/Bild durch Klicken auf das Symbol hinzufügen. </a:t>
            </a:r>
          </a:p>
        </p:txBody>
      </p:sp>
      <p:sp>
        <p:nvSpPr>
          <p:cNvPr id="123" name="Bildplatzhalter 10">
            <a:extLst>
              <a:ext uri="{FF2B5EF4-FFF2-40B4-BE49-F238E27FC236}">
                <a16:creationId xmlns:a16="http://schemas.microsoft.com/office/drawing/2014/main" id="{73EA14DD-35A9-3147-B8C1-7F11816F0AC2}"/>
              </a:ext>
            </a:extLst>
          </p:cNvPr>
          <p:cNvSpPr>
            <a:spLocks noGrp="1"/>
          </p:cNvSpPr>
          <p:nvPr userDrawn="1">
            <p:ph type="pic" sz="quarter" idx="34" hasCustomPrompt="1"/>
          </p:nvPr>
        </p:nvSpPr>
        <p:spPr>
          <a:xfrm>
            <a:off x="10983686" y="23472722"/>
            <a:ext cx="8226303" cy="8226303"/>
          </a:xfrm>
        </p:spPr>
        <p:txBody>
          <a:bodyPr anchor="ctr" anchorCtr="0"/>
          <a:lstStyle>
            <a:lvl1pPr algn="ctr">
              <a:defRPr sz="3911"/>
            </a:lvl1pPr>
          </a:lstStyle>
          <a:p>
            <a:r>
              <a:rPr lang="de-DE" dirty="0"/>
              <a:t>Diagramm/Grafik/Bild durch Klicken auf das Symbol hinzufügen. </a:t>
            </a:r>
          </a:p>
        </p:txBody>
      </p:sp>
      <p:sp>
        <p:nvSpPr>
          <p:cNvPr id="124" name="Titel 1">
            <a:extLst>
              <a:ext uri="{FF2B5EF4-FFF2-40B4-BE49-F238E27FC236}">
                <a16:creationId xmlns:a16="http://schemas.microsoft.com/office/drawing/2014/main" id="{BEECB329-5C7B-8D44-84ED-FDDFFA06A65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43624" y="4840041"/>
            <a:ext cx="17310208" cy="4312179"/>
          </a:xfrm>
        </p:spPr>
        <p:txBody>
          <a:bodyPr/>
          <a:lstStyle>
            <a:lvl1pPr algn="l">
              <a:lnSpc>
                <a:spcPct val="90000"/>
              </a:lnSpc>
              <a:defRPr sz="88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25" name="Textplatzhalter 12">
            <a:extLst>
              <a:ext uri="{FF2B5EF4-FFF2-40B4-BE49-F238E27FC236}">
                <a16:creationId xmlns:a16="http://schemas.microsoft.com/office/drawing/2014/main" id="{99C83AC9-62AE-744B-A739-68D00B03509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2191901" y="32954514"/>
            <a:ext cx="25809875" cy="6149805"/>
          </a:xfrm>
          <a:solidFill>
            <a:schemeClr val="bg1">
              <a:lumMod val="95000"/>
            </a:schemeClr>
          </a:solidFill>
        </p:spPr>
        <p:txBody>
          <a:bodyPr wrap="none" lIns="144000" tIns="144000" rIns="144000" bIns="144000" numCol="4"/>
          <a:lstStyle>
            <a:lvl1pPr marL="0" marR="0" indent="0" algn="l" defTabSz="3848201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marL="0" marR="0" lvl="0" indent="0" algn="l" defTabSz="3848201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Mastertextformat bearbeiten
Zweite Ebene
Dritte Ebene
Vierte Ebene
Fünfte Ebene</a:t>
            </a:r>
          </a:p>
        </p:txBody>
      </p:sp>
      <p:sp>
        <p:nvSpPr>
          <p:cNvPr id="126" name="Textplatzhalter 12">
            <a:extLst>
              <a:ext uri="{FF2B5EF4-FFF2-40B4-BE49-F238E27FC236}">
                <a16:creationId xmlns:a16="http://schemas.microsoft.com/office/drawing/2014/main" id="{9D8776B8-2695-F547-BE2D-17DC06D4704D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21898292" y="10476343"/>
            <a:ext cx="6090421" cy="12797745"/>
          </a:xfrm>
          <a:solidFill>
            <a:schemeClr val="bg1">
              <a:lumMod val="95000"/>
            </a:schemeClr>
          </a:solidFill>
        </p:spPr>
        <p:txBody>
          <a:bodyPr wrap="none" lIns="144000" tIns="144000" rIns="144000" bIns="144000"/>
          <a:lstStyle>
            <a:lvl1pPr>
              <a:lnSpc>
                <a:spcPct val="105000"/>
              </a:lnSpc>
              <a:defRPr sz="24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Mastertextformat bearbeiten
Zweite Ebene
Dritte Ebene
Vierte Ebene
Fünfte Ebene</a:t>
            </a:r>
          </a:p>
        </p:txBody>
      </p:sp>
      <p:sp>
        <p:nvSpPr>
          <p:cNvPr id="127" name="Textplatzhalter 12">
            <a:extLst>
              <a:ext uri="{FF2B5EF4-FFF2-40B4-BE49-F238E27FC236}">
                <a16:creationId xmlns:a16="http://schemas.microsoft.com/office/drawing/2014/main" id="{61A4CC44-3FB8-5049-8F6D-597FE8E8BC10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2160488" y="10451516"/>
            <a:ext cx="12835090" cy="6504116"/>
          </a:xfrm>
          <a:solidFill>
            <a:schemeClr val="bg1">
              <a:lumMod val="95000"/>
            </a:schemeClr>
          </a:solidFill>
        </p:spPr>
        <p:txBody>
          <a:bodyPr wrap="none" lIns="144000" tIns="144000" rIns="144000" bIns="144000" numCol="2"/>
          <a:lstStyle>
            <a:lvl1pPr>
              <a:lnSpc>
                <a:spcPct val="105000"/>
              </a:lnSpc>
              <a:defRPr sz="32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Mastertextformat bearbeiten
Zweite Ebene
Dritte Ebene
Vierte Ebene
Fünfte Ebene</a:t>
            </a:r>
          </a:p>
        </p:txBody>
      </p:sp>
      <p:sp>
        <p:nvSpPr>
          <p:cNvPr id="128" name="Textplatzhalter 12">
            <a:extLst>
              <a:ext uri="{FF2B5EF4-FFF2-40B4-BE49-F238E27FC236}">
                <a16:creationId xmlns:a16="http://schemas.microsoft.com/office/drawing/2014/main" id="{F0F0B395-6C19-D34D-B4AD-E26D066F6F4A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15404750" y="10453569"/>
            <a:ext cx="6090421" cy="12797745"/>
          </a:xfrm>
          <a:solidFill>
            <a:schemeClr val="bg1">
              <a:lumMod val="95000"/>
            </a:schemeClr>
          </a:solidFill>
        </p:spPr>
        <p:txBody>
          <a:bodyPr wrap="none" lIns="144000" tIns="144000" rIns="144000" bIns="144000"/>
          <a:lstStyle>
            <a:lvl1pPr>
              <a:lnSpc>
                <a:spcPct val="105000"/>
              </a:lnSpc>
              <a:defRPr sz="24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Mastertextformat bearbeiten
Zweite Ebene
Dritte Ebene
Vierte Ebene
Fünfte Ebene</a:t>
            </a:r>
          </a:p>
        </p:txBody>
      </p:sp>
      <p:sp>
        <p:nvSpPr>
          <p:cNvPr id="129" name="Textplatzhalter 12">
            <a:extLst>
              <a:ext uri="{FF2B5EF4-FFF2-40B4-BE49-F238E27FC236}">
                <a16:creationId xmlns:a16="http://schemas.microsoft.com/office/drawing/2014/main" id="{F318A43E-7BCF-6241-82D5-BA9B604538F4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2207288" y="31939724"/>
            <a:ext cx="12772117" cy="775390"/>
          </a:xfrm>
          <a:solidFill>
            <a:srgbClr val="E5300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numCol="1" anchor="ctr"/>
          <a:lstStyle>
            <a:lvl1pPr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Diskussion</a:t>
            </a:r>
          </a:p>
        </p:txBody>
      </p:sp>
      <p:sp>
        <p:nvSpPr>
          <p:cNvPr id="130" name="Textplatzhalter 12">
            <a:extLst>
              <a:ext uri="{FF2B5EF4-FFF2-40B4-BE49-F238E27FC236}">
                <a16:creationId xmlns:a16="http://schemas.microsoft.com/office/drawing/2014/main" id="{BA13CD13-089A-FB46-ABE6-3DB9B5D8C613}"/>
              </a:ext>
            </a:extLst>
          </p:cNvPr>
          <p:cNvSpPr>
            <a:spLocks noGrp="1"/>
          </p:cNvSpPr>
          <p:nvPr userDrawn="1">
            <p:ph type="body" sz="quarter" idx="27"/>
          </p:nvPr>
        </p:nvSpPr>
        <p:spPr>
          <a:xfrm>
            <a:off x="2160489" y="18249725"/>
            <a:ext cx="12835090" cy="4986050"/>
          </a:xfrm>
          <a:solidFill>
            <a:schemeClr val="bg1">
              <a:lumMod val="95000"/>
            </a:schemeClr>
          </a:solidFill>
        </p:spPr>
        <p:txBody>
          <a:bodyPr wrap="none" lIns="144000" tIns="144000" rIns="144000" bIns="144000" numCol="1"/>
          <a:lstStyle>
            <a:lvl1pPr>
              <a:lnSpc>
                <a:spcPct val="105000"/>
              </a:lnSpc>
              <a:defRPr sz="32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Mastertextformat bearbeiten
Zweite Ebene
Dritte Ebene
Vierte Ebene
Fünfte Ebene</a:t>
            </a:r>
          </a:p>
        </p:txBody>
      </p:sp>
      <p:sp>
        <p:nvSpPr>
          <p:cNvPr id="131" name="Textplatzhalter 12">
            <a:extLst>
              <a:ext uri="{FF2B5EF4-FFF2-40B4-BE49-F238E27FC236}">
                <a16:creationId xmlns:a16="http://schemas.microsoft.com/office/drawing/2014/main" id="{4F3B1285-F093-F046-AA6C-8457920A443D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20299987" y="4840041"/>
            <a:ext cx="7701789" cy="2049842"/>
          </a:xfrm>
        </p:spPr>
        <p:txBody>
          <a:bodyPr lIns="144000" tIns="144000" numCol="1"/>
          <a:lstStyle>
            <a:lvl1pPr>
              <a:lnSpc>
                <a:spcPct val="105000"/>
              </a:lnSpc>
              <a:defRPr sz="3600"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Name der Mitarbeiter</a:t>
            </a:r>
          </a:p>
        </p:txBody>
      </p:sp>
      <p:sp>
        <p:nvSpPr>
          <p:cNvPr id="132" name="Bildplatzhalter 6">
            <a:extLst>
              <a:ext uri="{FF2B5EF4-FFF2-40B4-BE49-F238E27FC236}">
                <a16:creationId xmlns:a16="http://schemas.microsoft.com/office/drawing/2014/main" id="{E8098141-E252-8645-844F-24A1637E7785}"/>
              </a:ext>
            </a:extLst>
          </p:cNvPr>
          <p:cNvSpPr>
            <a:spLocks noGrp="1"/>
          </p:cNvSpPr>
          <p:nvPr userDrawn="1">
            <p:ph type="pic" sz="quarter" idx="30" hasCustomPrompt="1"/>
          </p:nvPr>
        </p:nvSpPr>
        <p:spPr>
          <a:xfrm>
            <a:off x="20299987" y="7245572"/>
            <a:ext cx="7678986" cy="1906648"/>
          </a:xfrm>
        </p:spPr>
        <p:txBody>
          <a:bodyPr/>
          <a:lstStyle>
            <a:lvl1pPr>
              <a:defRPr sz="2800"/>
            </a:lvl1pPr>
          </a:lstStyle>
          <a:p>
            <a:r>
              <a:rPr lang="de-DE" dirty="0"/>
              <a:t>Logo (optional)</a:t>
            </a:r>
          </a:p>
        </p:txBody>
      </p:sp>
      <p:sp>
        <p:nvSpPr>
          <p:cNvPr id="133" name="Textplatzhalter 12">
            <a:extLst>
              <a:ext uri="{FF2B5EF4-FFF2-40B4-BE49-F238E27FC236}">
                <a16:creationId xmlns:a16="http://schemas.microsoft.com/office/drawing/2014/main" id="{97983FFB-18F9-9048-9BAB-39A0DB0E9AF2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2191901" y="30911574"/>
            <a:ext cx="792453" cy="775390"/>
          </a:xfrm>
          <a:solidFill>
            <a:srgbClr val="E5300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numCol="1" anchor="ctr"/>
          <a:lstStyle>
            <a:lvl1pPr algn="ctr"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134" name="Textplatzhalter 12">
            <a:extLst>
              <a:ext uri="{FF2B5EF4-FFF2-40B4-BE49-F238E27FC236}">
                <a16:creationId xmlns:a16="http://schemas.microsoft.com/office/drawing/2014/main" id="{E699B699-88D8-1B46-9290-5BB6F543991B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10976272" y="30923635"/>
            <a:ext cx="792453" cy="775390"/>
          </a:xfrm>
          <a:solidFill>
            <a:srgbClr val="E5300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numCol="1" anchor="ctr"/>
          <a:lstStyle>
            <a:lvl1pPr algn="ctr"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02</a:t>
            </a:r>
          </a:p>
        </p:txBody>
      </p:sp>
      <p:sp>
        <p:nvSpPr>
          <p:cNvPr id="135" name="Textplatzhalter 12">
            <a:extLst>
              <a:ext uri="{FF2B5EF4-FFF2-40B4-BE49-F238E27FC236}">
                <a16:creationId xmlns:a16="http://schemas.microsoft.com/office/drawing/2014/main" id="{DA4763B0-FA7E-E043-98F0-798D33271E6B}"/>
              </a:ext>
            </a:extLst>
          </p:cNvPr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19745498" y="30911574"/>
            <a:ext cx="792453" cy="775390"/>
          </a:xfrm>
          <a:solidFill>
            <a:srgbClr val="E5300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numCol="1" anchor="ctr"/>
          <a:lstStyle>
            <a:lvl1pPr algn="ctr"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03</a:t>
            </a:r>
          </a:p>
        </p:txBody>
      </p:sp>
      <p:sp>
        <p:nvSpPr>
          <p:cNvPr id="136" name="Textplatzhalter 12">
            <a:extLst>
              <a:ext uri="{FF2B5EF4-FFF2-40B4-BE49-F238E27FC236}">
                <a16:creationId xmlns:a16="http://schemas.microsoft.com/office/drawing/2014/main" id="{B51D765C-BCFB-C542-BE1A-F73D77815257}"/>
              </a:ext>
            </a:extLst>
          </p:cNvPr>
          <p:cNvSpPr>
            <a:spLocks noGrp="1"/>
          </p:cNvSpPr>
          <p:nvPr userDrawn="1">
            <p:ph type="body" sz="quarter" idx="36" hasCustomPrompt="1"/>
          </p:nvPr>
        </p:nvSpPr>
        <p:spPr>
          <a:xfrm>
            <a:off x="2160488" y="17255194"/>
            <a:ext cx="12835090" cy="775390"/>
          </a:xfrm>
          <a:solidFill>
            <a:srgbClr val="E5300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numCol="1" anchor="ctr"/>
          <a:lstStyle>
            <a:lvl1pPr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37" name="Textplatzhalter 12">
            <a:extLst>
              <a:ext uri="{FF2B5EF4-FFF2-40B4-BE49-F238E27FC236}">
                <a16:creationId xmlns:a16="http://schemas.microsoft.com/office/drawing/2014/main" id="{833E62C8-C993-7B47-B63D-9CCA9E053838}"/>
              </a:ext>
            </a:extLst>
          </p:cNvPr>
          <p:cNvSpPr>
            <a:spLocks noGrp="1"/>
          </p:cNvSpPr>
          <p:nvPr userDrawn="1">
            <p:ph type="body" sz="quarter" idx="37" hasCustomPrompt="1"/>
          </p:nvPr>
        </p:nvSpPr>
        <p:spPr>
          <a:xfrm>
            <a:off x="2160488" y="9507909"/>
            <a:ext cx="12835090" cy="775390"/>
          </a:xfrm>
          <a:solidFill>
            <a:srgbClr val="E5300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numCol="1" anchor="ctr"/>
          <a:lstStyle>
            <a:lvl1pPr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38" name="Textplatzhalter 12">
            <a:extLst>
              <a:ext uri="{FF2B5EF4-FFF2-40B4-BE49-F238E27FC236}">
                <a16:creationId xmlns:a16="http://schemas.microsoft.com/office/drawing/2014/main" id="{1D735ED9-33DA-614B-83DB-6126F6D12601}"/>
              </a:ext>
            </a:extLst>
          </p:cNvPr>
          <p:cNvSpPr>
            <a:spLocks noGrp="1"/>
          </p:cNvSpPr>
          <p:nvPr userDrawn="1">
            <p:ph type="body" sz="quarter" idx="38" hasCustomPrompt="1"/>
          </p:nvPr>
        </p:nvSpPr>
        <p:spPr>
          <a:xfrm>
            <a:off x="15404750" y="9507909"/>
            <a:ext cx="6090421" cy="775390"/>
          </a:xfrm>
          <a:solidFill>
            <a:srgbClr val="E5300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numCol="1" anchor="ctr"/>
          <a:lstStyle>
            <a:lvl1pPr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39" name="Textplatzhalter 12">
            <a:extLst>
              <a:ext uri="{FF2B5EF4-FFF2-40B4-BE49-F238E27FC236}">
                <a16:creationId xmlns:a16="http://schemas.microsoft.com/office/drawing/2014/main" id="{151FD51B-137C-254F-8777-D68647650DB8}"/>
              </a:ext>
            </a:extLst>
          </p:cNvPr>
          <p:cNvSpPr>
            <a:spLocks noGrp="1"/>
          </p:cNvSpPr>
          <p:nvPr userDrawn="1">
            <p:ph type="body" sz="quarter" idx="39" hasCustomPrompt="1"/>
          </p:nvPr>
        </p:nvSpPr>
        <p:spPr>
          <a:xfrm>
            <a:off x="21898291" y="9489070"/>
            <a:ext cx="6090421" cy="775390"/>
          </a:xfrm>
          <a:solidFill>
            <a:srgbClr val="E5300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numCol="1" anchor="ctr"/>
          <a:lstStyle>
            <a:lvl1pPr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Überschrift</a:t>
            </a:r>
          </a:p>
        </p:txBody>
      </p:sp>
    </p:spTree>
    <p:extLst>
      <p:ext uri="{BB962C8B-B14F-4D97-AF65-F5344CB8AC3E}">
        <p14:creationId xmlns:p14="http://schemas.microsoft.com/office/powerpoint/2010/main" val="2881829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861">
          <p15:clr>
            <a:srgbClr val="FBAE40"/>
          </p15:clr>
        </p15:guide>
        <p15:guide id="3" orient="horz" pos="1906">
          <p15:clr>
            <a:srgbClr val="FBAE40"/>
          </p15:clr>
        </p15:guide>
        <p15:guide id="4" pos="1371">
          <p15:clr>
            <a:srgbClr val="FBAE40"/>
          </p15:clr>
        </p15:guide>
        <p15:guide id="5" orient="horz" pos="18162">
          <p15:clr>
            <a:srgbClr val="FBAE40"/>
          </p15:clr>
        </p15:guide>
        <p15:guide id="6" orient="horz" pos="25538">
          <p15:clr>
            <a:srgbClr val="FBAE40"/>
          </p15:clr>
        </p15:guide>
        <p15:guide id="7" orient="horz" pos="527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Allgemein –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Hintergrund Briefsymbol">
            <a:extLst>
              <a:ext uri="{FF2B5EF4-FFF2-40B4-BE49-F238E27FC236}">
                <a16:creationId xmlns:a16="http://schemas.microsoft.com/office/drawing/2014/main" id="{96EBA6AD-DF51-3242-85C5-F55D80E3F397}"/>
              </a:ext>
            </a:extLst>
          </p:cNvPr>
          <p:cNvSpPr/>
          <p:nvPr userDrawn="1"/>
        </p:nvSpPr>
        <p:spPr bwMode="auto">
          <a:xfrm>
            <a:off x="2191901" y="39933917"/>
            <a:ext cx="1515600" cy="759600"/>
          </a:xfrm>
          <a:prstGeom prst="rect">
            <a:avLst/>
          </a:prstGeom>
          <a:solidFill>
            <a:srgbClr val="00964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1767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8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29" name="Briefsymbol">
            <a:extLst>
              <a:ext uri="{FF2B5EF4-FFF2-40B4-BE49-F238E27FC236}">
                <a16:creationId xmlns:a16="http://schemas.microsoft.com/office/drawing/2014/main" id="{754694F6-68BE-5442-8650-C644177709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2376" y="40059015"/>
            <a:ext cx="6858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" name="Textplatzhalter 12">
            <a:extLst>
              <a:ext uri="{FF2B5EF4-FFF2-40B4-BE49-F238E27FC236}">
                <a16:creationId xmlns:a16="http://schemas.microsoft.com/office/drawing/2014/main" id="{D66D06F7-12DE-744B-A1AA-CBA94DA90D80}"/>
              </a:ext>
            </a:extLst>
          </p:cNvPr>
          <p:cNvSpPr>
            <a:spLocks noGrp="1"/>
          </p:cNvSpPr>
          <p:nvPr userDrawn="1">
            <p:ph type="body" sz="quarter" idx="29"/>
          </p:nvPr>
        </p:nvSpPr>
        <p:spPr>
          <a:xfrm>
            <a:off x="3976366" y="39566296"/>
            <a:ext cx="18650072" cy="1493769"/>
          </a:xfrm>
          <a:noFill/>
        </p:spPr>
        <p:txBody>
          <a:bodyPr wrap="none" lIns="0" tIns="72000" rIns="144000" bIns="144000" numCol="1">
            <a:noAutofit/>
          </a:bodyPr>
          <a:lstStyle>
            <a:lvl1pPr marL="216000" marR="0" indent="0" algn="l" defTabSz="3848201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952625" algn="l"/>
              </a:tabLst>
              <a:defRPr sz="24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marL="0" marR="0" lvl="0" indent="0" algn="l" defTabSz="3848201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Mastertextformat bearbeiten
Zweite Ebene
Dritte Ebene
Vierte Ebene
Fünfte Ebene</a:t>
            </a:r>
          </a:p>
          <a:p>
            <a:pPr lvl="0"/>
            <a:endParaRPr lang="de-DE" dirty="0"/>
          </a:p>
        </p:txBody>
      </p:sp>
      <p:sp>
        <p:nvSpPr>
          <p:cNvPr id="121" name="Bildplatzhalter 10">
            <a:extLst>
              <a:ext uri="{FF2B5EF4-FFF2-40B4-BE49-F238E27FC236}">
                <a16:creationId xmlns:a16="http://schemas.microsoft.com/office/drawing/2014/main" id="{72FB2959-5371-8C46-8BA8-7ED3BC3DB029}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2207288" y="23460661"/>
            <a:ext cx="8226303" cy="8226303"/>
          </a:xfrm>
        </p:spPr>
        <p:txBody>
          <a:bodyPr anchor="ctr" anchorCtr="0"/>
          <a:lstStyle>
            <a:lvl1pPr algn="ctr">
              <a:defRPr sz="3911"/>
            </a:lvl1pPr>
          </a:lstStyle>
          <a:p>
            <a:r>
              <a:rPr lang="de-DE" dirty="0"/>
              <a:t>Diagramm/Grafik/Bild durch Klicken auf das Symbol hinzufügen. </a:t>
            </a:r>
          </a:p>
        </p:txBody>
      </p:sp>
      <p:sp>
        <p:nvSpPr>
          <p:cNvPr id="122" name="Bildplatzhalter 10">
            <a:extLst>
              <a:ext uri="{FF2B5EF4-FFF2-40B4-BE49-F238E27FC236}">
                <a16:creationId xmlns:a16="http://schemas.microsoft.com/office/drawing/2014/main" id="{FE38B818-AB0D-A246-B8A3-43E275944354}"/>
              </a:ext>
            </a:extLst>
          </p:cNvPr>
          <p:cNvSpPr>
            <a:spLocks noGrp="1"/>
          </p:cNvSpPr>
          <p:nvPr userDrawn="1">
            <p:ph type="pic" sz="quarter" idx="35" hasCustomPrompt="1"/>
          </p:nvPr>
        </p:nvSpPr>
        <p:spPr>
          <a:xfrm>
            <a:off x="19752670" y="23460661"/>
            <a:ext cx="8226303" cy="8226303"/>
          </a:xfrm>
        </p:spPr>
        <p:txBody>
          <a:bodyPr anchor="ctr" anchorCtr="0"/>
          <a:lstStyle>
            <a:lvl1pPr algn="ctr">
              <a:defRPr sz="3911"/>
            </a:lvl1pPr>
          </a:lstStyle>
          <a:p>
            <a:r>
              <a:rPr lang="de-DE" dirty="0"/>
              <a:t>Diagramm/Grafik/Bild durch Klicken auf das Symbol hinzufügen. </a:t>
            </a:r>
          </a:p>
        </p:txBody>
      </p:sp>
      <p:sp>
        <p:nvSpPr>
          <p:cNvPr id="123" name="Bildplatzhalter 10">
            <a:extLst>
              <a:ext uri="{FF2B5EF4-FFF2-40B4-BE49-F238E27FC236}">
                <a16:creationId xmlns:a16="http://schemas.microsoft.com/office/drawing/2014/main" id="{73EA14DD-35A9-3147-B8C1-7F11816F0AC2}"/>
              </a:ext>
            </a:extLst>
          </p:cNvPr>
          <p:cNvSpPr>
            <a:spLocks noGrp="1"/>
          </p:cNvSpPr>
          <p:nvPr userDrawn="1">
            <p:ph type="pic" sz="quarter" idx="34" hasCustomPrompt="1"/>
          </p:nvPr>
        </p:nvSpPr>
        <p:spPr>
          <a:xfrm>
            <a:off x="10983686" y="23472722"/>
            <a:ext cx="8226303" cy="8226303"/>
          </a:xfrm>
        </p:spPr>
        <p:txBody>
          <a:bodyPr anchor="ctr" anchorCtr="0"/>
          <a:lstStyle>
            <a:lvl1pPr algn="ctr">
              <a:defRPr sz="3911"/>
            </a:lvl1pPr>
          </a:lstStyle>
          <a:p>
            <a:r>
              <a:rPr lang="de-DE" dirty="0"/>
              <a:t>Diagramm/Grafik/Bild durch Klicken auf das Symbol hinzufügen. </a:t>
            </a:r>
          </a:p>
        </p:txBody>
      </p:sp>
      <p:sp>
        <p:nvSpPr>
          <p:cNvPr id="124" name="Titel 1">
            <a:extLst>
              <a:ext uri="{FF2B5EF4-FFF2-40B4-BE49-F238E27FC236}">
                <a16:creationId xmlns:a16="http://schemas.microsoft.com/office/drawing/2014/main" id="{BEECB329-5C7B-8D44-84ED-FDDFFA06A65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43624" y="4840041"/>
            <a:ext cx="17310208" cy="4312179"/>
          </a:xfrm>
        </p:spPr>
        <p:txBody>
          <a:bodyPr/>
          <a:lstStyle>
            <a:lvl1pPr algn="l">
              <a:lnSpc>
                <a:spcPct val="90000"/>
              </a:lnSpc>
              <a:defRPr sz="88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25" name="Textplatzhalter 12">
            <a:extLst>
              <a:ext uri="{FF2B5EF4-FFF2-40B4-BE49-F238E27FC236}">
                <a16:creationId xmlns:a16="http://schemas.microsoft.com/office/drawing/2014/main" id="{99C83AC9-62AE-744B-A739-68D00B03509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2191901" y="32954514"/>
            <a:ext cx="25809875" cy="6149805"/>
          </a:xfrm>
          <a:solidFill>
            <a:schemeClr val="bg1">
              <a:lumMod val="95000"/>
            </a:schemeClr>
          </a:solidFill>
        </p:spPr>
        <p:txBody>
          <a:bodyPr wrap="none" lIns="144000" tIns="144000" rIns="144000" bIns="144000" numCol="4"/>
          <a:lstStyle>
            <a:lvl1pPr marL="0" marR="0" indent="0" algn="l" defTabSz="3848201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marL="0" marR="0" lvl="0" indent="0" algn="l" defTabSz="3848201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Mastertextformat bearbeiten
Zweite Ebene
Dritte Ebene
Vierte Ebene
Fünfte Ebene</a:t>
            </a:r>
          </a:p>
        </p:txBody>
      </p:sp>
      <p:sp>
        <p:nvSpPr>
          <p:cNvPr id="126" name="Textplatzhalter 12">
            <a:extLst>
              <a:ext uri="{FF2B5EF4-FFF2-40B4-BE49-F238E27FC236}">
                <a16:creationId xmlns:a16="http://schemas.microsoft.com/office/drawing/2014/main" id="{9D8776B8-2695-F547-BE2D-17DC06D4704D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21898292" y="10476343"/>
            <a:ext cx="6090421" cy="12797745"/>
          </a:xfrm>
          <a:solidFill>
            <a:schemeClr val="bg1">
              <a:lumMod val="95000"/>
            </a:schemeClr>
          </a:solidFill>
        </p:spPr>
        <p:txBody>
          <a:bodyPr wrap="none" lIns="144000" tIns="144000" rIns="144000" bIns="144000"/>
          <a:lstStyle>
            <a:lvl1pPr>
              <a:lnSpc>
                <a:spcPct val="105000"/>
              </a:lnSpc>
              <a:defRPr sz="24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Mastertextformat bearbeiten
Zweite Ebene
Dritte Ebene
Vierte Ebene
Fünfte Ebene</a:t>
            </a:r>
          </a:p>
        </p:txBody>
      </p:sp>
      <p:sp>
        <p:nvSpPr>
          <p:cNvPr id="127" name="Textplatzhalter 12">
            <a:extLst>
              <a:ext uri="{FF2B5EF4-FFF2-40B4-BE49-F238E27FC236}">
                <a16:creationId xmlns:a16="http://schemas.microsoft.com/office/drawing/2014/main" id="{61A4CC44-3FB8-5049-8F6D-597FE8E8BC10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2160488" y="10451516"/>
            <a:ext cx="12835090" cy="6504116"/>
          </a:xfrm>
          <a:solidFill>
            <a:schemeClr val="bg1">
              <a:lumMod val="95000"/>
            </a:schemeClr>
          </a:solidFill>
        </p:spPr>
        <p:txBody>
          <a:bodyPr wrap="none" lIns="144000" tIns="144000" rIns="144000" bIns="144000" numCol="2"/>
          <a:lstStyle>
            <a:lvl1pPr>
              <a:lnSpc>
                <a:spcPct val="105000"/>
              </a:lnSpc>
              <a:defRPr sz="32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Mastertextformat bearbeiten
Zweite Ebene
Dritte Ebene
Vierte Ebene
Fünfte Ebene</a:t>
            </a:r>
          </a:p>
        </p:txBody>
      </p:sp>
      <p:sp>
        <p:nvSpPr>
          <p:cNvPr id="128" name="Textplatzhalter 12">
            <a:extLst>
              <a:ext uri="{FF2B5EF4-FFF2-40B4-BE49-F238E27FC236}">
                <a16:creationId xmlns:a16="http://schemas.microsoft.com/office/drawing/2014/main" id="{F0F0B395-6C19-D34D-B4AD-E26D066F6F4A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15404750" y="10453569"/>
            <a:ext cx="6090421" cy="12797745"/>
          </a:xfrm>
          <a:solidFill>
            <a:schemeClr val="bg1">
              <a:lumMod val="95000"/>
            </a:schemeClr>
          </a:solidFill>
        </p:spPr>
        <p:txBody>
          <a:bodyPr wrap="none" lIns="144000" tIns="144000" rIns="144000" bIns="144000"/>
          <a:lstStyle>
            <a:lvl1pPr>
              <a:lnSpc>
                <a:spcPct val="105000"/>
              </a:lnSpc>
              <a:defRPr sz="24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Mastertextformat bearbeiten
Zweite Ebene
Dritte Ebene
Vierte Ebene
Fünfte Ebene</a:t>
            </a:r>
          </a:p>
        </p:txBody>
      </p:sp>
      <p:sp>
        <p:nvSpPr>
          <p:cNvPr id="129" name="Textplatzhalter 12">
            <a:extLst>
              <a:ext uri="{FF2B5EF4-FFF2-40B4-BE49-F238E27FC236}">
                <a16:creationId xmlns:a16="http://schemas.microsoft.com/office/drawing/2014/main" id="{F318A43E-7BCF-6241-82D5-BA9B604538F4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2207288" y="31939724"/>
            <a:ext cx="12772117" cy="775390"/>
          </a:xfrm>
          <a:solidFill>
            <a:srgbClr val="00964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numCol="1" anchor="ctr"/>
          <a:lstStyle>
            <a:lvl1pPr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Diskussion</a:t>
            </a:r>
          </a:p>
        </p:txBody>
      </p:sp>
      <p:sp>
        <p:nvSpPr>
          <p:cNvPr id="130" name="Textplatzhalter 12">
            <a:extLst>
              <a:ext uri="{FF2B5EF4-FFF2-40B4-BE49-F238E27FC236}">
                <a16:creationId xmlns:a16="http://schemas.microsoft.com/office/drawing/2014/main" id="{BA13CD13-089A-FB46-ABE6-3DB9B5D8C613}"/>
              </a:ext>
            </a:extLst>
          </p:cNvPr>
          <p:cNvSpPr>
            <a:spLocks noGrp="1"/>
          </p:cNvSpPr>
          <p:nvPr userDrawn="1">
            <p:ph type="body" sz="quarter" idx="27"/>
          </p:nvPr>
        </p:nvSpPr>
        <p:spPr>
          <a:xfrm>
            <a:off x="2160489" y="18249725"/>
            <a:ext cx="12835090" cy="4986050"/>
          </a:xfrm>
          <a:solidFill>
            <a:schemeClr val="bg1">
              <a:lumMod val="95000"/>
            </a:schemeClr>
          </a:solidFill>
        </p:spPr>
        <p:txBody>
          <a:bodyPr wrap="none" lIns="144000" tIns="144000" rIns="144000" bIns="144000" numCol="1"/>
          <a:lstStyle>
            <a:lvl1pPr>
              <a:lnSpc>
                <a:spcPct val="105000"/>
              </a:lnSpc>
              <a:defRPr sz="32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Mastertextformat bearbeiten
Zweite Ebene
Dritte Ebene
Vierte Ebene
Fünfte Ebene</a:t>
            </a:r>
          </a:p>
        </p:txBody>
      </p:sp>
      <p:sp>
        <p:nvSpPr>
          <p:cNvPr id="131" name="Textplatzhalter 12">
            <a:extLst>
              <a:ext uri="{FF2B5EF4-FFF2-40B4-BE49-F238E27FC236}">
                <a16:creationId xmlns:a16="http://schemas.microsoft.com/office/drawing/2014/main" id="{4F3B1285-F093-F046-AA6C-8457920A443D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20299987" y="4840041"/>
            <a:ext cx="7701789" cy="2049842"/>
          </a:xfrm>
        </p:spPr>
        <p:txBody>
          <a:bodyPr lIns="144000" tIns="144000" numCol="1"/>
          <a:lstStyle>
            <a:lvl1pPr>
              <a:lnSpc>
                <a:spcPct val="105000"/>
              </a:lnSpc>
              <a:defRPr sz="3600"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Name der Mitarbeiter</a:t>
            </a:r>
          </a:p>
        </p:txBody>
      </p:sp>
      <p:sp>
        <p:nvSpPr>
          <p:cNvPr id="132" name="Bildplatzhalter 6">
            <a:extLst>
              <a:ext uri="{FF2B5EF4-FFF2-40B4-BE49-F238E27FC236}">
                <a16:creationId xmlns:a16="http://schemas.microsoft.com/office/drawing/2014/main" id="{E8098141-E252-8645-844F-24A1637E7785}"/>
              </a:ext>
            </a:extLst>
          </p:cNvPr>
          <p:cNvSpPr>
            <a:spLocks noGrp="1"/>
          </p:cNvSpPr>
          <p:nvPr userDrawn="1">
            <p:ph type="pic" sz="quarter" idx="30" hasCustomPrompt="1"/>
          </p:nvPr>
        </p:nvSpPr>
        <p:spPr>
          <a:xfrm>
            <a:off x="20299987" y="7245572"/>
            <a:ext cx="7678986" cy="1906648"/>
          </a:xfrm>
        </p:spPr>
        <p:txBody>
          <a:bodyPr/>
          <a:lstStyle>
            <a:lvl1pPr>
              <a:defRPr sz="2800"/>
            </a:lvl1pPr>
          </a:lstStyle>
          <a:p>
            <a:r>
              <a:rPr lang="de-DE" dirty="0"/>
              <a:t>Logo (optional)</a:t>
            </a:r>
          </a:p>
        </p:txBody>
      </p:sp>
      <p:sp>
        <p:nvSpPr>
          <p:cNvPr id="133" name="Textplatzhalter 12">
            <a:extLst>
              <a:ext uri="{FF2B5EF4-FFF2-40B4-BE49-F238E27FC236}">
                <a16:creationId xmlns:a16="http://schemas.microsoft.com/office/drawing/2014/main" id="{97983FFB-18F9-9048-9BAB-39A0DB0E9AF2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2191901" y="30911574"/>
            <a:ext cx="792453" cy="775390"/>
          </a:xfrm>
          <a:solidFill>
            <a:srgbClr val="00964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numCol="1" anchor="ctr"/>
          <a:lstStyle>
            <a:lvl1pPr algn="ctr"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134" name="Textplatzhalter 12">
            <a:extLst>
              <a:ext uri="{FF2B5EF4-FFF2-40B4-BE49-F238E27FC236}">
                <a16:creationId xmlns:a16="http://schemas.microsoft.com/office/drawing/2014/main" id="{E699B699-88D8-1B46-9290-5BB6F543991B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10976272" y="30923635"/>
            <a:ext cx="792453" cy="775390"/>
          </a:xfrm>
          <a:solidFill>
            <a:srgbClr val="00964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numCol="1" anchor="ctr"/>
          <a:lstStyle>
            <a:lvl1pPr algn="ctr"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02</a:t>
            </a:r>
          </a:p>
        </p:txBody>
      </p:sp>
      <p:sp>
        <p:nvSpPr>
          <p:cNvPr id="135" name="Textplatzhalter 12">
            <a:extLst>
              <a:ext uri="{FF2B5EF4-FFF2-40B4-BE49-F238E27FC236}">
                <a16:creationId xmlns:a16="http://schemas.microsoft.com/office/drawing/2014/main" id="{DA4763B0-FA7E-E043-98F0-798D33271E6B}"/>
              </a:ext>
            </a:extLst>
          </p:cNvPr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19745498" y="30911574"/>
            <a:ext cx="792453" cy="775390"/>
          </a:xfrm>
          <a:solidFill>
            <a:srgbClr val="00964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numCol="1" anchor="ctr"/>
          <a:lstStyle>
            <a:lvl1pPr algn="ctr"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03</a:t>
            </a:r>
          </a:p>
        </p:txBody>
      </p:sp>
      <p:sp>
        <p:nvSpPr>
          <p:cNvPr id="136" name="Textplatzhalter 12">
            <a:extLst>
              <a:ext uri="{FF2B5EF4-FFF2-40B4-BE49-F238E27FC236}">
                <a16:creationId xmlns:a16="http://schemas.microsoft.com/office/drawing/2014/main" id="{B51D765C-BCFB-C542-BE1A-F73D77815257}"/>
              </a:ext>
            </a:extLst>
          </p:cNvPr>
          <p:cNvSpPr>
            <a:spLocks noGrp="1"/>
          </p:cNvSpPr>
          <p:nvPr userDrawn="1">
            <p:ph type="body" sz="quarter" idx="36" hasCustomPrompt="1"/>
          </p:nvPr>
        </p:nvSpPr>
        <p:spPr>
          <a:xfrm>
            <a:off x="2160488" y="17255194"/>
            <a:ext cx="12835090" cy="775390"/>
          </a:xfrm>
          <a:solidFill>
            <a:srgbClr val="00964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numCol="1" anchor="ctr"/>
          <a:lstStyle>
            <a:lvl1pPr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37" name="Textplatzhalter 12">
            <a:extLst>
              <a:ext uri="{FF2B5EF4-FFF2-40B4-BE49-F238E27FC236}">
                <a16:creationId xmlns:a16="http://schemas.microsoft.com/office/drawing/2014/main" id="{833E62C8-C993-7B47-B63D-9CCA9E053838}"/>
              </a:ext>
            </a:extLst>
          </p:cNvPr>
          <p:cNvSpPr>
            <a:spLocks noGrp="1"/>
          </p:cNvSpPr>
          <p:nvPr userDrawn="1">
            <p:ph type="body" sz="quarter" idx="37" hasCustomPrompt="1"/>
          </p:nvPr>
        </p:nvSpPr>
        <p:spPr>
          <a:xfrm>
            <a:off x="2160488" y="9507909"/>
            <a:ext cx="12835090" cy="775390"/>
          </a:xfrm>
          <a:solidFill>
            <a:srgbClr val="00964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numCol="1" anchor="ctr"/>
          <a:lstStyle>
            <a:lvl1pPr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38" name="Textplatzhalter 12">
            <a:extLst>
              <a:ext uri="{FF2B5EF4-FFF2-40B4-BE49-F238E27FC236}">
                <a16:creationId xmlns:a16="http://schemas.microsoft.com/office/drawing/2014/main" id="{1D735ED9-33DA-614B-83DB-6126F6D12601}"/>
              </a:ext>
            </a:extLst>
          </p:cNvPr>
          <p:cNvSpPr>
            <a:spLocks noGrp="1"/>
          </p:cNvSpPr>
          <p:nvPr userDrawn="1">
            <p:ph type="body" sz="quarter" idx="38" hasCustomPrompt="1"/>
          </p:nvPr>
        </p:nvSpPr>
        <p:spPr>
          <a:xfrm>
            <a:off x="15404750" y="9507909"/>
            <a:ext cx="6090421" cy="775390"/>
          </a:xfrm>
          <a:solidFill>
            <a:srgbClr val="00964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numCol="1" anchor="ctr"/>
          <a:lstStyle>
            <a:lvl1pPr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39" name="Textplatzhalter 12">
            <a:extLst>
              <a:ext uri="{FF2B5EF4-FFF2-40B4-BE49-F238E27FC236}">
                <a16:creationId xmlns:a16="http://schemas.microsoft.com/office/drawing/2014/main" id="{151FD51B-137C-254F-8777-D68647650DB8}"/>
              </a:ext>
            </a:extLst>
          </p:cNvPr>
          <p:cNvSpPr>
            <a:spLocks noGrp="1"/>
          </p:cNvSpPr>
          <p:nvPr userDrawn="1">
            <p:ph type="body" sz="quarter" idx="39" hasCustomPrompt="1"/>
          </p:nvPr>
        </p:nvSpPr>
        <p:spPr>
          <a:xfrm>
            <a:off x="21898291" y="9489070"/>
            <a:ext cx="6090421" cy="775390"/>
          </a:xfrm>
          <a:solidFill>
            <a:srgbClr val="00964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numCol="1" anchor="ctr"/>
          <a:lstStyle>
            <a:lvl1pPr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Überschrift</a:t>
            </a:r>
          </a:p>
        </p:txBody>
      </p:sp>
    </p:spTree>
    <p:extLst>
      <p:ext uri="{BB962C8B-B14F-4D97-AF65-F5344CB8AC3E}">
        <p14:creationId xmlns:p14="http://schemas.microsoft.com/office/powerpoint/2010/main" val="3533771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861">
          <p15:clr>
            <a:srgbClr val="FBAE40"/>
          </p15:clr>
        </p15:guide>
        <p15:guide id="3" orient="horz" pos="1906">
          <p15:clr>
            <a:srgbClr val="FBAE40"/>
          </p15:clr>
        </p15:guide>
        <p15:guide id="4" pos="1371">
          <p15:clr>
            <a:srgbClr val="FBAE40"/>
          </p15:clr>
        </p15:guide>
        <p15:guide id="5" orient="horz" pos="18162">
          <p15:clr>
            <a:srgbClr val="FBAE40"/>
          </p15:clr>
        </p15:guide>
        <p15:guide id="6" orient="horz" pos="25538">
          <p15:clr>
            <a:srgbClr val="FBAE40"/>
          </p15:clr>
        </p15:guide>
        <p15:guide id="7" orient="horz" pos="527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Allgemein –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Hintergrund Briefsymbol">
            <a:extLst>
              <a:ext uri="{FF2B5EF4-FFF2-40B4-BE49-F238E27FC236}">
                <a16:creationId xmlns:a16="http://schemas.microsoft.com/office/drawing/2014/main" id="{96EBA6AD-DF51-3242-85C5-F55D80E3F397}"/>
              </a:ext>
            </a:extLst>
          </p:cNvPr>
          <p:cNvSpPr/>
          <p:nvPr userDrawn="1"/>
        </p:nvSpPr>
        <p:spPr bwMode="auto">
          <a:xfrm>
            <a:off x="2191901" y="39933917"/>
            <a:ext cx="1515600" cy="759600"/>
          </a:xfrm>
          <a:prstGeom prst="rect">
            <a:avLst/>
          </a:prstGeom>
          <a:solidFill>
            <a:srgbClr val="009EE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1767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8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29" name="Briefsymbol">
            <a:extLst>
              <a:ext uri="{FF2B5EF4-FFF2-40B4-BE49-F238E27FC236}">
                <a16:creationId xmlns:a16="http://schemas.microsoft.com/office/drawing/2014/main" id="{754694F6-68BE-5442-8650-C644177709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2376" y="40059015"/>
            <a:ext cx="6858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" name="Textplatzhalter 12">
            <a:extLst>
              <a:ext uri="{FF2B5EF4-FFF2-40B4-BE49-F238E27FC236}">
                <a16:creationId xmlns:a16="http://schemas.microsoft.com/office/drawing/2014/main" id="{D66D06F7-12DE-744B-A1AA-CBA94DA90D80}"/>
              </a:ext>
            </a:extLst>
          </p:cNvPr>
          <p:cNvSpPr>
            <a:spLocks noGrp="1"/>
          </p:cNvSpPr>
          <p:nvPr userDrawn="1">
            <p:ph type="body" sz="quarter" idx="29"/>
          </p:nvPr>
        </p:nvSpPr>
        <p:spPr>
          <a:xfrm>
            <a:off x="3976366" y="39566296"/>
            <a:ext cx="18650072" cy="1493769"/>
          </a:xfrm>
          <a:noFill/>
        </p:spPr>
        <p:txBody>
          <a:bodyPr wrap="none" lIns="0" tIns="72000" rIns="144000" bIns="144000" numCol="1">
            <a:noAutofit/>
          </a:bodyPr>
          <a:lstStyle>
            <a:lvl1pPr marL="216000" marR="0" indent="0" algn="l" defTabSz="3848201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952625" algn="l"/>
              </a:tabLst>
              <a:defRPr sz="24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marL="0" marR="0" lvl="0" indent="0" algn="l" defTabSz="3848201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Mastertextformat bearbeiten
Zweite Ebene
Dritte Ebene
Vierte Ebene
Fünfte Ebene</a:t>
            </a:r>
          </a:p>
          <a:p>
            <a:pPr lvl="0"/>
            <a:endParaRPr lang="de-DE" dirty="0"/>
          </a:p>
        </p:txBody>
      </p:sp>
      <p:sp>
        <p:nvSpPr>
          <p:cNvPr id="121" name="Bildplatzhalter 10">
            <a:extLst>
              <a:ext uri="{FF2B5EF4-FFF2-40B4-BE49-F238E27FC236}">
                <a16:creationId xmlns:a16="http://schemas.microsoft.com/office/drawing/2014/main" id="{72FB2959-5371-8C46-8BA8-7ED3BC3DB029}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2207288" y="23460661"/>
            <a:ext cx="8226303" cy="8226303"/>
          </a:xfrm>
        </p:spPr>
        <p:txBody>
          <a:bodyPr anchor="ctr" anchorCtr="0"/>
          <a:lstStyle>
            <a:lvl1pPr algn="ctr">
              <a:defRPr sz="3911"/>
            </a:lvl1pPr>
          </a:lstStyle>
          <a:p>
            <a:r>
              <a:rPr lang="de-DE" dirty="0"/>
              <a:t>Diagramm/Grafik/Bild durch Klicken auf das Symbol hinzufügen. </a:t>
            </a:r>
          </a:p>
        </p:txBody>
      </p:sp>
      <p:sp>
        <p:nvSpPr>
          <p:cNvPr id="122" name="Bildplatzhalter 10">
            <a:extLst>
              <a:ext uri="{FF2B5EF4-FFF2-40B4-BE49-F238E27FC236}">
                <a16:creationId xmlns:a16="http://schemas.microsoft.com/office/drawing/2014/main" id="{FE38B818-AB0D-A246-B8A3-43E275944354}"/>
              </a:ext>
            </a:extLst>
          </p:cNvPr>
          <p:cNvSpPr>
            <a:spLocks noGrp="1"/>
          </p:cNvSpPr>
          <p:nvPr userDrawn="1">
            <p:ph type="pic" sz="quarter" idx="35" hasCustomPrompt="1"/>
          </p:nvPr>
        </p:nvSpPr>
        <p:spPr>
          <a:xfrm>
            <a:off x="19752670" y="23460661"/>
            <a:ext cx="8226303" cy="8226303"/>
          </a:xfrm>
        </p:spPr>
        <p:txBody>
          <a:bodyPr anchor="ctr" anchorCtr="0"/>
          <a:lstStyle>
            <a:lvl1pPr algn="ctr">
              <a:defRPr sz="3911"/>
            </a:lvl1pPr>
          </a:lstStyle>
          <a:p>
            <a:r>
              <a:rPr lang="de-DE" dirty="0"/>
              <a:t>Diagramm/Grafik/Bild durch Klicken auf das Symbol hinzufügen. </a:t>
            </a:r>
          </a:p>
        </p:txBody>
      </p:sp>
      <p:sp>
        <p:nvSpPr>
          <p:cNvPr id="123" name="Bildplatzhalter 10">
            <a:extLst>
              <a:ext uri="{FF2B5EF4-FFF2-40B4-BE49-F238E27FC236}">
                <a16:creationId xmlns:a16="http://schemas.microsoft.com/office/drawing/2014/main" id="{73EA14DD-35A9-3147-B8C1-7F11816F0AC2}"/>
              </a:ext>
            </a:extLst>
          </p:cNvPr>
          <p:cNvSpPr>
            <a:spLocks noGrp="1"/>
          </p:cNvSpPr>
          <p:nvPr userDrawn="1">
            <p:ph type="pic" sz="quarter" idx="34" hasCustomPrompt="1"/>
          </p:nvPr>
        </p:nvSpPr>
        <p:spPr>
          <a:xfrm>
            <a:off x="10983686" y="23472722"/>
            <a:ext cx="8226303" cy="8226303"/>
          </a:xfrm>
        </p:spPr>
        <p:txBody>
          <a:bodyPr anchor="ctr" anchorCtr="0"/>
          <a:lstStyle>
            <a:lvl1pPr algn="ctr">
              <a:defRPr sz="3911"/>
            </a:lvl1pPr>
          </a:lstStyle>
          <a:p>
            <a:r>
              <a:rPr lang="de-DE" dirty="0"/>
              <a:t>Diagramm/Grafik/Bild durch Klicken auf das Symbol hinzufügen. </a:t>
            </a:r>
          </a:p>
        </p:txBody>
      </p:sp>
      <p:sp>
        <p:nvSpPr>
          <p:cNvPr id="124" name="Titel 1">
            <a:extLst>
              <a:ext uri="{FF2B5EF4-FFF2-40B4-BE49-F238E27FC236}">
                <a16:creationId xmlns:a16="http://schemas.microsoft.com/office/drawing/2014/main" id="{BEECB329-5C7B-8D44-84ED-FDDFFA06A65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43624" y="4840041"/>
            <a:ext cx="17310208" cy="4312179"/>
          </a:xfrm>
        </p:spPr>
        <p:txBody>
          <a:bodyPr/>
          <a:lstStyle>
            <a:lvl1pPr algn="l">
              <a:lnSpc>
                <a:spcPct val="90000"/>
              </a:lnSpc>
              <a:defRPr sz="88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25" name="Textplatzhalter 12">
            <a:extLst>
              <a:ext uri="{FF2B5EF4-FFF2-40B4-BE49-F238E27FC236}">
                <a16:creationId xmlns:a16="http://schemas.microsoft.com/office/drawing/2014/main" id="{99C83AC9-62AE-744B-A739-68D00B03509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2191901" y="32954514"/>
            <a:ext cx="25809875" cy="6149805"/>
          </a:xfrm>
          <a:solidFill>
            <a:schemeClr val="bg1">
              <a:lumMod val="95000"/>
            </a:schemeClr>
          </a:solidFill>
        </p:spPr>
        <p:txBody>
          <a:bodyPr wrap="none" lIns="144000" tIns="144000" rIns="144000" bIns="144000" numCol="4"/>
          <a:lstStyle>
            <a:lvl1pPr marL="0" marR="0" indent="0" algn="l" defTabSz="3848201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marL="0" marR="0" lvl="0" indent="0" algn="l" defTabSz="3848201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Mastertextformat bearbeiten
Zweite Ebene
Dritte Ebene
Vierte Ebene
Fünfte Ebene</a:t>
            </a:r>
          </a:p>
        </p:txBody>
      </p:sp>
      <p:sp>
        <p:nvSpPr>
          <p:cNvPr id="126" name="Textplatzhalter 12">
            <a:extLst>
              <a:ext uri="{FF2B5EF4-FFF2-40B4-BE49-F238E27FC236}">
                <a16:creationId xmlns:a16="http://schemas.microsoft.com/office/drawing/2014/main" id="{9D8776B8-2695-F547-BE2D-17DC06D4704D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21898292" y="10476343"/>
            <a:ext cx="6090421" cy="12797745"/>
          </a:xfrm>
          <a:solidFill>
            <a:schemeClr val="bg1">
              <a:lumMod val="95000"/>
            </a:schemeClr>
          </a:solidFill>
        </p:spPr>
        <p:txBody>
          <a:bodyPr wrap="none" lIns="144000" tIns="144000" rIns="144000" bIns="144000"/>
          <a:lstStyle>
            <a:lvl1pPr>
              <a:lnSpc>
                <a:spcPct val="105000"/>
              </a:lnSpc>
              <a:defRPr sz="24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Mastertextformat bearbeiten
Zweite Ebene
Dritte Ebene
Vierte Ebene
Fünfte Ebene</a:t>
            </a:r>
          </a:p>
        </p:txBody>
      </p:sp>
      <p:sp>
        <p:nvSpPr>
          <p:cNvPr id="127" name="Textplatzhalter 12">
            <a:extLst>
              <a:ext uri="{FF2B5EF4-FFF2-40B4-BE49-F238E27FC236}">
                <a16:creationId xmlns:a16="http://schemas.microsoft.com/office/drawing/2014/main" id="{61A4CC44-3FB8-5049-8F6D-597FE8E8BC10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2160488" y="10451516"/>
            <a:ext cx="12835090" cy="6504116"/>
          </a:xfrm>
          <a:solidFill>
            <a:schemeClr val="bg1">
              <a:lumMod val="95000"/>
            </a:schemeClr>
          </a:solidFill>
        </p:spPr>
        <p:txBody>
          <a:bodyPr wrap="none" lIns="144000" tIns="144000" rIns="144000" bIns="144000" numCol="2"/>
          <a:lstStyle>
            <a:lvl1pPr>
              <a:lnSpc>
                <a:spcPct val="105000"/>
              </a:lnSpc>
              <a:defRPr sz="32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Mastertextformat bearbeiten
Zweite Ebene
Dritte Ebene
Vierte Ebene
Fünfte Ebene</a:t>
            </a:r>
          </a:p>
        </p:txBody>
      </p:sp>
      <p:sp>
        <p:nvSpPr>
          <p:cNvPr id="128" name="Textplatzhalter 12">
            <a:extLst>
              <a:ext uri="{FF2B5EF4-FFF2-40B4-BE49-F238E27FC236}">
                <a16:creationId xmlns:a16="http://schemas.microsoft.com/office/drawing/2014/main" id="{F0F0B395-6C19-D34D-B4AD-E26D066F6F4A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15404750" y="10453569"/>
            <a:ext cx="6090421" cy="12797745"/>
          </a:xfrm>
          <a:solidFill>
            <a:schemeClr val="bg1">
              <a:lumMod val="95000"/>
            </a:schemeClr>
          </a:solidFill>
        </p:spPr>
        <p:txBody>
          <a:bodyPr wrap="none" lIns="144000" tIns="144000" rIns="144000" bIns="144000"/>
          <a:lstStyle>
            <a:lvl1pPr>
              <a:lnSpc>
                <a:spcPct val="105000"/>
              </a:lnSpc>
              <a:defRPr sz="24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Mastertextformat bearbeiten
Zweite Ebene
Dritte Ebene
Vierte Ebene
Fünfte Ebene</a:t>
            </a:r>
          </a:p>
        </p:txBody>
      </p:sp>
      <p:sp>
        <p:nvSpPr>
          <p:cNvPr id="129" name="Textplatzhalter 12">
            <a:extLst>
              <a:ext uri="{FF2B5EF4-FFF2-40B4-BE49-F238E27FC236}">
                <a16:creationId xmlns:a16="http://schemas.microsoft.com/office/drawing/2014/main" id="{F318A43E-7BCF-6241-82D5-BA9B604538F4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2207288" y="31939724"/>
            <a:ext cx="12772117" cy="775390"/>
          </a:xfrm>
          <a:solidFill>
            <a:srgbClr val="009EE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numCol="1" anchor="ctr"/>
          <a:lstStyle>
            <a:lvl1pPr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Diskussion</a:t>
            </a:r>
          </a:p>
        </p:txBody>
      </p:sp>
      <p:sp>
        <p:nvSpPr>
          <p:cNvPr id="130" name="Textplatzhalter 12">
            <a:extLst>
              <a:ext uri="{FF2B5EF4-FFF2-40B4-BE49-F238E27FC236}">
                <a16:creationId xmlns:a16="http://schemas.microsoft.com/office/drawing/2014/main" id="{BA13CD13-089A-FB46-ABE6-3DB9B5D8C613}"/>
              </a:ext>
            </a:extLst>
          </p:cNvPr>
          <p:cNvSpPr>
            <a:spLocks noGrp="1"/>
          </p:cNvSpPr>
          <p:nvPr userDrawn="1">
            <p:ph type="body" sz="quarter" idx="27"/>
          </p:nvPr>
        </p:nvSpPr>
        <p:spPr>
          <a:xfrm>
            <a:off x="2160489" y="18249725"/>
            <a:ext cx="12835090" cy="4986050"/>
          </a:xfrm>
          <a:solidFill>
            <a:schemeClr val="bg1">
              <a:lumMod val="95000"/>
            </a:schemeClr>
          </a:solidFill>
        </p:spPr>
        <p:txBody>
          <a:bodyPr wrap="none" lIns="144000" tIns="144000" rIns="144000" bIns="144000" numCol="1"/>
          <a:lstStyle>
            <a:lvl1pPr>
              <a:lnSpc>
                <a:spcPct val="105000"/>
              </a:lnSpc>
              <a:defRPr sz="32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Mastertextformat bearbeiten
Zweite Ebene
Dritte Ebene
Vierte Ebene
Fünfte Ebene</a:t>
            </a:r>
          </a:p>
        </p:txBody>
      </p:sp>
      <p:sp>
        <p:nvSpPr>
          <p:cNvPr id="131" name="Textplatzhalter 12">
            <a:extLst>
              <a:ext uri="{FF2B5EF4-FFF2-40B4-BE49-F238E27FC236}">
                <a16:creationId xmlns:a16="http://schemas.microsoft.com/office/drawing/2014/main" id="{4F3B1285-F093-F046-AA6C-8457920A443D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20299987" y="4840041"/>
            <a:ext cx="7701789" cy="2049842"/>
          </a:xfrm>
        </p:spPr>
        <p:txBody>
          <a:bodyPr lIns="144000" tIns="144000" numCol="1"/>
          <a:lstStyle>
            <a:lvl1pPr>
              <a:lnSpc>
                <a:spcPct val="105000"/>
              </a:lnSpc>
              <a:defRPr sz="3600"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Name der Mitarbeiter</a:t>
            </a:r>
          </a:p>
        </p:txBody>
      </p:sp>
      <p:sp>
        <p:nvSpPr>
          <p:cNvPr id="132" name="Bildplatzhalter 6">
            <a:extLst>
              <a:ext uri="{FF2B5EF4-FFF2-40B4-BE49-F238E27FC236}">
                <a16:creationId xmlns:a16="http://schemas.microsoft.com/office/drawing/2014/main" id="{E8098141-E252-8645-844F-24A1637E7785}"/>
              </a:ext>
            </a:extLst>
          </p:cNvPr>
          <p:cNvSpPr>
            <a:spLocks noGrp="1"/>
          </p:cNvSpPr>
          <p:nvPr userDrawn="1">
            <p:ph type="pic" sz="quarter" idx="30" hasCustomPrompt="1"/>
          </p:nvPr>
        </p:nvSpPr>
        <p:spPr>
          <a:xfrm>
            <a:off x="20299987" y="7245572"/>
            <a:ext cx="7678986" cy="1906648"/>
          </a:xfrm>
        </p:spPr>
        <p:txBody>
          <a:bodyPr/>
          <a:lstStyle>
            <a:lvl1pPr>
              <a:defRPr sz="2800"/>
            </a:lvl1pPr>
          </a:lstStyle>
          <a:p>
            <a:r>
              <a:rPr lang="de-DE" dirty="0"/>
              <a:t>Logo (optional)</a:t>
            </a:r>
          </a:p>
        </p:txBody>
      </p:sp>
      <p:sp>
        <p:nvSpPr>
          <p:cNvPr id="133" name="Textplatzhalter 12">
            <a:extLst>
              <a:ext uri="{FF2B5EF4-FFF2-40B4-BE49-F238E27FC236}">
                <a16:creationId xmlns:a16="http://schemas.microsoft.com/office/drawing/2014/main" id="{97983FFB-18F9-9048-9BAB-39A0DB0E9AF2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2191901" y="30911574"/>
            <a:ext cx="792453" cy="775390"/>
          </a:xfrm>
          <a:solidFill>
            <a:srgbClr val="009EE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numCol="1" anchor="ctr"/>
          <a:lstStyle>
            <a:lvl1pPr algn="ctr"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134" name="Textplatzhalter 12">
            <a:extLst>
              <a:ext uri="{FF2B5EF4-FFF2-40B4-BE49-F238E27FC236}">
                <a16:creationId xmlns:a16="http://schemas.microsoft.com/office/drawing/2014/main" id="{E699B699-88D8-1B46-9290-5BB6F543991B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10976272" y="30923635"/>
            <a:ext cx="792453" cy="775390"/>
          </a:xfrm>
          <a:solidFill>
            <a:srgbClr val="009EE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numCol="1" anchor="ctr"/>
          <a:lstStyle>
            <a:lvl1pPr algn="ctr"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02</a:t>
            </a:r>
          </a:p>
        </p:txBody>
      </p:sp>
      <p:sp>
        <p:nvSpPr>
          <p:cNvPr id="135" name="Textplatzhalter 12">
            <a:extLst>
              <a:ext uri="{FF2B5EF4-FFF2-40B4-BE49-F238E27FC236}">
                <a16:creationId xmlns:a16="http://schemas.microsoft.com/office/drawing/2014/main" id="{DA4763B0-FA7E-E043-98F0-798D33271E6B}"/>
              </a:ext>
            </a:extLst>
          </p:cNvPr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19745498" y="30911574"/>
            <a:ext cx="792453" cy="775390"/>
          </a:xfrm>
          <a:solidFill>
            <a:srgbClr val="009EE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numCol="1" anchor="ctr"/>
          <a:lstStyle>
            <a:lvl1pPr algn="ctr"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03</a:t>
            </a:r>
          </a:p>
        </p:txBody>
      </p:sp>
      <p:sp>
        <p:nvSpPr>
          <p:cNvPr id="136" name="Textplatzhalter 12">
            <a:extLst>
              <a:ext uri="{FF2B5EF4-FFF2-40B4-BE49-F238E27FC236}">
                <a16:creationId xmlns:a16="http://schemas.microsoft.com/office/drawing/2014/main" id="{B51D765C-BCFB-C542-BE1A-F73D77815257}"/>
              </a:ext>
            </a:extLst>
          </p:cNvPr>
          <p:cNvSpPr>
            <a:spLocks noGrp="1"/>
          </p:cNvSpPr>
          <p:nvPr userDrawn="1">
            <p:ph type="body" sz="quarter" idx="36" hasCustomPrompt="1"/>
          </p:nvPr>
        </p:nvSpPr>
        <p:spPr>
          <a:xfrm>
            <a:off x="2160488" y="17255194"/>
            <a:ext cx="12835090" cy="775390"/>
          </a:xfrm>
          <a:solidFill>
            <a:srgbClr val="009EE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numCol="1" anchor="ctr"/>
          <a:lstStyle>
            <a:lvl1pPr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37" name="Textplatzhalter 12">
            <a:extLst>
              <a:ext uri="{FF2B5EF4-FFF2-40B4-BE49-F238E27FC236}">
                <a16:creationId xmlns:a16="http://schemas.microsoft.com/office/drawing/2014/main" id="{833E62C8-C993-7B47-B63D-9CCA9E053838}"/>
              </a:ext>
            </a:extLst>
          </p:cNvPr>
          <p:cNvSpPr>
            <a:spLocks noGrp="1"/>
          </p:cNvSpPr>
          <p:nvPr userDrawn="1">
            <p:ph type="body" sz="quarter" idx="37" hasCustomPrompt="1"/>
          </p:nvPr>
        </p:nvSpPr>
        <p:spPr>
          <a:xfrm>
            <a:off x="2160488" y="9507909"/>
            <a:ext cx="12835090" cy="775390"/>
          </a:xfrm>
          <a:solidFill>
            <a:srgbClr val="009EE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numCol="1" anchor="ctr"/>
          <a:lstStyle>
            <a:lvl1pPr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38" name="Textplatzhalter 12">
            <a:extLst>
              <a:ext uri="{FF2B5EF4-FFF2-40B4-BE49-F238E27FC236}">
                <a16:creationId xmlns:a16="http://schemas.microsoft.com/office/drawing/2014/main" id="{1D735ED9-33DA-614B-83DB-6126F6D12601}"/>
              </a:ext>
            </a:extLst>
          </p:cNvPr>
          <p:cNvSpPr>
            <a:spLocks noGrp="1"/>
          </p:cNvSpPr>
          <p:nvPr userDrawn="1">
            <p:ph type="body" sz="quarter" idx="38" hasCustomPrompt="1"/>
          </p:nvPr>
        </p:nvSpPr>
        <p:spPr>
          <a:xfrm>
            <a:off x="15404750" y="9507909"/>
            <a:ext cx="6090421" cy="775390"/>
          </a:xfrm>
          <a:solidFill>
            <a:srgbClr val="009EE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numCol="1" anchor="ctr"/>
          <a:lstStyle>
            <a:lvl1pPr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39" name="Textplatzhalter 12">
            <a:extLst>
              <a:ext uri="{FF2B5EF4-FFF2-40B4-BE49-F238E27FC236}">
                <a16:creationId xmlns:a16="http://schemas.microsoft.com/office/drawing/2014/main" id="{151FD51B-137C-254F-8777-D68647650DB8}"/>
              </a:ext>
            </a:extLst>
          </p:cNvPr>
          <p:cNvSpPr>
            <a:spLocks noGrp="1"/>
          </p:cNvSpPr>
          <p:nvPr userDrawn="1">
            <p:ph type="body" sz="quarter" idx="39" hasCustomPrompt="1"/>
          </p:nvPr>
        </p:nvSpPr>
        <p:spPr>
          <a:xfrm>
            <a:off x="21898291" y="9489070"/>
            <a:ext cx="6090421" cy="775390"/>
          </a:xfrm>
          <a:solidFill>
            <a:srgbClr val="009EE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numCol="1" anchor="ctr"/>
          <a:lstStyle>
            <a:lvl1pPr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Überschrift</a:t>
            </a:r>
          </a:p>
        </p:txBody>
      </p:sp>
    </p:spTree>
    <p:extLst>
      <p:ext uri="{BB962C8B-B14F-4D97-AF65-F5344CB8AC3E}">
        <p14:creationId xmlns:p14="http://schemas.microsoft.com/office/powerpoint/2010/main" val="331993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861">
          <p15:clr>
            <a:srgbClr val="FBAE40"/>
          </p15:clr>
        </p15:guide>
        <p15:guide id="3" orient="horz" pos="1906">
          <p15:clr>
            <a:srgbClr val="FBAE40"/>
          </p15:clr>
        </p15:guide>
        <p15:guide id="4" pos="1371">
          <p15:clr>
            <a:srgbClr val="FBAE40"/>
          </p15:clr>
        </p15:guide>
        <p15:guide id="5" orient="horz" pos="18162">
          <p15:clr>
            <a:srgbClr val="FBAE40"/>
          </p15:clr>
        </p15:guide>
        <p15:guide id="6" orient="horz" pos="25538">
          <p15:clr>
            <a:srgbClr val="FBAE40"/>
          </p15:clr>
        </p15:guide>
        <p15:guide id="7" orient="horz" pos="527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TWK, Allgemein –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Hintergrund Briefsymbol">
            <a:extLst>
              <a:ext uri="{FF2B5EF4-FFF2-40B4-BE49-F238E27FC236}">
                <a16:creationId xmlns:a16="http://schemas.microsoft.com/office/drawing/2014/main" id="{96EBA6AD-DF51-3242-85C5-F55D80E3F397}"/>
              </a:ext>
            </a:extLst>
          </p:cNvPr>
          <p:cNvSpPr/>
          <p:nvPr userDrawn="1"/>
        </p:nvSpPr>
        <p:spPr bwMode="auto">
          <a:xfrm>
            <a:off x="2191901" y="39933917"/>
            <a:ext cx="1515600" cy="759600"/>
          </a:xfrm>
          <a:prstGeom prst="rect">
            <a:avLst/>
          </a:prstGeom>
          <a:solidFill>
            <a:srgbClr val="00469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1767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8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29" name="Briefsymbol">
            <a:extLst>
              <a:ext uri="{FF2B5EF4-FFF2-40B4-BE49-F238E27FC236}">
                <a16:creationId xmlns:a16="http://schemas.microsoft.com/office/drawing/2014/main" id="{754694F6-68BE-5442-8650-C644177709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2376" y="40059015"/>
            <a:ext cx="6858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" name="Textplatzhalter 12">
            <a:extLst>
              <a:ext uri="{FF2B5EF4-FFF2-40B4-BE49-F238E27FC236}">
                <a16:creationId xmlns:a16="http://schemas.microsoft.com/office/drawing/2014/main" id="{D66D06F7-12DE-744B-A1AA-CBA94DA90D80}"/>
              </a:ext>
            </a:extLst>
          </p:cNvPr>
          <p:cNvSpPr>
            <a:spLocks noGrp="1"/>
          </p:cNvSpPr>
          <p:nvPr userDrawn="1">
            <p:ph type="body" sz="quarter" idx="29"/>
          </p:nvPr>
        </p:nvSpPr>
        <p:spPr>
          <a:xfrm>
            <a:off x="3976366" y="39566296"/>
            <a:ext cx="18650072" cy="1493769"/>
          </a:xfrm>
          <a:noFill/>
        </p:spPr>
        <p:txBody>
          <a:bodyPr wrap="none" lIns="0" tIns="72000" rIns="144000" bIns="144000" numCol="1">
            <a:noAutofit/>
          </a:bodyPr>
          <a:lstStyle>
            <a:lvl1pPr marL="216000" marR="0" indent="0" algn="l" defTabSz="3848201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952625" algn="l"/>
              </a:tabLst>
              <a:defRPr sz="24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marL="0" marR="0" lvl="0" indent="0" algn="l" defTabSz="3848201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Mastertextformat bearbeiten
Zweite Ebene
Dritte Ebene
Vierte Ebene
Fünfte Ebene</a:t>
            </a:r>
          </a:p>
          <a:p>
            <a:pPr lvl="0"/>
            <a:endParaRPr lang="de-DE" dirty="0"/>
          </a:p>
        </p:txBody>
      </p:sp>
      <p:sp>
        <p:nvSpPr>
          <p:cNvPr id="121" name="Bildplatzhalter 10">
            <a:extLst>
              <a:ext uri="{FF2B5EF4-FFF2-40B4-BE49-F238E27FC236}">
                <a16:creationId xmlns:a16="http://schemas.microsoft.com/office/drawing/2014/main" id="{72FB2959-5371-8C46-8BA8-7ED3BC3DB029}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2207288" y="23460661"/>
            <a:ext cx="8226303" cy="8226303"/>
          </a:xfrm>
        </p:spPr>
        <p:txBody>
          <a:bodyPr anchor="ctr" anchorCtr="0"/>
          <a:lstStyle>
            <a:lvl1pPr algn="ctr">
              <a:defRPr sz="3911"/>
            </a:lvl1pPr>
          </a:lstStyle>
          <a:p>
            <a:r>
              <a:rPr lang="de-DE" dirty="0"/>
              <a:t>Diagramm/Grafik/Bild durch Klicken auf das Symbol hinzufügen. </a:t>
            </a:r>
          </a:p>
        </p:txBody>
      </p:sp>
      <p:sp>
        <p:nvSpPr>
          <p:cNvPr id="122" name="Bildplatzhalter 10">
            <a:extLst>
              <a:ext uri="{FF2B5EF4-FFF2-40B4-BE49-F238E27FC236}">
                <a16:creationId xmlns:a16="http://schemas.microsoft.com/office/drawing/2014/main" id="{FE38B818-AB0D-A246-B8A3-43E275944354}"/>
              </a:ext>
            </a:extLst>
          </p:cNvPr>
          <p:cNvSpPr>
            <a:spLocks noGrp="1"/>
          </p:cNvSpPr>
          <p:nvPr userDrawn="1">
            <p:ph type="pic" sz="quarter" idx="35" hasCustomPrompt="1"/>
          </p:nvPr>
        </p:nvSpPr>
        <p:spPr>
          <a:xfrm>
            <a:off x="19752670" y="23460661"/>
            <a:ext cx="8226303" cy="8226303"/>
          </a:xfrm>
        </p:spPr>
        <p:txBody>
          <a:bodyPr anchor="ctr" anchorCtr="0"/>
          <a:lstStyle>
            <a:lvl1pPr algn="ctr">
              <a:defRPr sz="3911"/>
            </a:lvl1pPr>
          </a:lstStyle>
          <a:p>
            <a:r>
              <a:rPr lang="de-DE" dirty="0"/>
              <a:t>Diagramm/Grafik/Bild durch Klicken auf das Symbol hinzufügen. </a:t>
            </a:r>
          </a:p>
        </p:txBody>
      </p:sp>
      <p:sp>
        <p:nvSpPr>
          <p:cNvPr id="123" name="Bildplatzhalter 10">
            <a:extLst>
              <a:ext uri="{FF2B5EF4-FFF2-40B4-BE49-F238E27FC236}">
                <a16:creationId xmlns:a16="http://schemas.microsoft.com/office/drawing/2014/main" id="{73EA14DD-35A9-3147-B8C1-7F11816F0AC2}"/>
              </a:ext>
            </a:extLst>
          </p:cNvPr>
          <p:cNvSpPr>
            <a:spLocks noGrp="1"/>
          </p:cNvSpPr>
          <p:nvPr userDrawn="1">
            <p:ph type="pic" sz="quarter" idx="34" hasCustomPrompt="1"/>
          </p:nvPr>
        </p:nvSpPr>
        <p:spPr>
          <a:xfrm>
            <a:off x="10983686" y="23472722"/>
            <a:ext cx="8226303" cy="8226303"/>
          </a:xfrm>
        </p:spPr>
        <p:txBody>
          <a:bodyPr anchor="ctr" anchorCtr="0"/>
          <a:lstStyle>
            <a:lvl1pPr algn="ctr">
              <a:defRPr sz="3911"/>
            </a:lvl1pPr>
          </a:lstStyle>
          <a:p>
            <a:r>
              <a:rPr lang="de-DE" dirty="0"/>
              <a:t>Diagramm/Grafik/Bild durch Klicken auf das Symbol hinzufügen. </a:t>
            </a:r>
          </a:p>
        </p:txBody>
      </p:sp>
      <p:sp>
        <p:nvSpPr>
          <p:cNvPr id="124" name="Titel 1">
            <a:extLst>
              <a:ext uri="{FF2B5EF4-FFF2-40B4-BE49-F238E27FC236}">
                <a16:creationId xmlns:a16="http://schemas.microsoft.com/office/drawing/2014/main" id="{BEECB329-5C7B-8D44-84ED-FDDFFA06A65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243624" y="4840041"/>
            <a:ext cx="17310208" cy="4312179"/>
          </a:xfrm>
        </p:spPr>
        <p:txBody>
          <a:bodyPr/>
          <a:lstStyle>
            <a:lvl1pPr algn="l">
              <a:lnSpc>
                <a:spcPct val="90000"/>
              </a:lnSpc>
              <a:defRPr sz="88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25" name="Textplatzhalter 12">
            <a:extLst>
              <a:ext uri="{FF2B5EF4-FFF2-40B4-BE49-F238E27FC236}">
                <a16:creationId xmlns:a16="http://schemas.microsoft.com/office/drawing/2014/main" id="{99C83AC9-62AE-744B-A739-68D00B035091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2191901" y="32954514"/>
            <a:ext cx="25809875" cy="6149805"/>
          </a:xfrm>
          <a:solidFill>
            <a:schemeClr val="bg1">
              <a:lumMod val="95000"/>
            </a:schemeClr>
          </a:solidFill>
        </p:spPr>
        <p:txBody>
          <a:bodyPr wrap="none" lIns="144000" tIns="144000" rIns="144000" bIns="144000" numCol="4"/>
          <a:lstStyle>
            <a:lvl1pPr marL="0" marR="0" indent="0" algn="l" defTabSz="3848201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marL="0" marR="0" lvl="0" indent="0" algn="l" defTabSz="3848201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Mastertextformat bearbeiten
Zweite Ebene
Dritte Ebene
Vierte Ebene
Fünfte Ebene</a:t>
            </a:r>
          </a:p>
        </p:txBody>
      </p:sp>
      <p:sp>
        <p:nvSpPr>
          <p:cNvPr id="126" name="Textplatzhalter 12">
            <a:extLst>
              <a:ext uri="{FF2B5EF4-FFF2-40B4-BE49-F238E27FC236}">
                <a16:creationId xmlns:a16="http://schemas.microsoft.com/office/drawing/2014/main" id="{9D8776B8-2695-F547-BE2D-17DC06D4704D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21898292" y="10476343"/>
            <a:ext cx="6090421" cy="12797745"/>
          </a:xfrm>
          <a:solidFill>
            <a:schemeClr val="bg1">
              <a:lumMod val="95000"/>
            </a:schemeClr>
          </a:solidFill>
        </p:spPr>
        <p:txBody>
          <a:bodyPr wrap="none" lIns="144000" tIns="144000" rIns="144000" bIns="144000"/>
          <a:lstStyle>
            <a:lvl1pPr>
              <a:lnSpc>
                <a:spcPct val="105000"/>
              </a:lnSpc>
              <a:defRPr sz="24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Mastertextformat bearbeiten
Zweite Ebene
Dritte Ebene
Vierte Ebene
Fünfte Ebene</a:t>
            </a:r>
          </a:p>
        </p:txBody>
      </p:sp>
      <p:sp>
        <p:nvSpPr>
          <p:cNvPr id="127" name="Textplatzhalter 12">
            <a:extLst>
              <a:ext uri="{FF2B5EF4-FFF2-40B4-BE49-F238E27FC236}">
                <a16:creationId xmlns:a16="http://schemas.microsoft.com/office/drawing/2014/main" id="{61A4CC44-3FB8-5049-8F6D-597FE8E8BC10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2160488" y="10451516"/>
            <a:ext cx="12835090" cy="6504116"/>
          </a:xfrm>
          <a:solidFill>
            <a:schemeClr val="bg1">
              <a:lumMod val="95000"/>
            </a:schemeClr>
          </a:solidFill>
        </p:spPr>
        <p:txBody>
          <a:bodyPr wrap="none" lIns="144000" tIns="144000" rIns="144000" bIns="144000" numCol="2"/>
          <a:lstStyle>
            <a:lvl1pPr>
              <a:lnSpc>
                <a:spcPct val="105000"/>
              </a:lnSpc>
              <a:defRPr sz="32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Mastertextformat bearbeiten
Zweite Ebene
Dritte Ebene
Vierte Ebene
Fünfte Ebene</a:t>
            </a:r>
          </a:p>
        </p:txBody>
      </p:sp>
      <p:sp>
        <p:nvSpPr>
          <p:cNvPr id="128" name="Textplatzhalter 12">
            <a:extLst>
              <a:ext uri="{FF2B5EF4-FFF2-40B4-BE49-F238E27FC236}">
                <a16:creationId xmlns:a16="http://schemas.microsoft.com/office/drawing/2014/main" id="{F0F0B395-6C19-D34D-B4AD-E26D066F6F4A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15404750" y="10453569"/>
            <a:ext cx="6090421" cy="12797745"/>
          </a:xfrm>
          <a:solidFill>
            <a:schemeClr val="bg1">
              <a:lumMod val="95000"/>
            </a:schemeClr>
          </a:solidFill>
        </p:spPr>
        <p:txBody>
          <a:bodyPr wrap="none" lIns="144000" tIns="144000" rIns="144000" bIns="144000"/>
          <a:lstStyle>
            <a:lvl1pPr>
              <a:lnSpc>
                <a:spcPct val="105000"/>
              </a:lnSpc>
              <a:defRPr sz="24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Mastertextformat bearbeiten
Zweite Ebene
Dritte Ebene
Vierte Ebene
Fünfte Ebene</a:t>
            </a:r>
          </a:p>
        </p:txBody>
      </p:sp>
      <p:sp>
        <p:nvSpPr>
          <p:cNvPr id="129" name="Textplatzhalter 12">
            <a:extLst>
              <a:ext uri="{FF2B5EF4-FFF2-40B4-BE49-F238E27FC236}">
                <a16:creationId xmlns:a16="http://schemas.microsoft.com/office/drawing/2014/main" id="{F318A43E-7BCF-6241-82D5-BA9B604538F4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2207288" y="31939724"/>
            <a:ext cx="12772117" cy="775390"/>
          </a:xfrm>
          <a:solidFill>
            <a:srgbClr val="00469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numCol="1" anchor="ctr"/>
          <a:lstStyle>
            <a:lvl1pPr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Diskussion</a:t>
            </a:r>
          </a:p>
        </p:txBody>
      </p:sp>
      <p:sp>
        <p:nvSpPr>
          <p:cNvPr id="130" name="Textplatzhalter 12">
            <a:extLst>
              <a:ext uri="{FF2B5EF4-FFF2-40B4-BE49-F238E27FC236}">
                <a16:creationId xmlns:a16="http://schemas.microsoft.com/office/drawing/2014/main" id="{BA13CD13-089A-FB46-ABE6-3DB9B5D8C613}"/>
              </a:ext>
            </a:extLst>
          </p:cNvPr>
          <p:cNvSpPr>
            <a:spLocks noGrp="1"/>
          </p:cNvSpPr>
          <p:nvPr userDrawn="1">
            <p:ph type="body" sz="quarter" idx="27"/>
          </p:nvPr>
        </p:nvSpPr>
        <p:spPr>
          <a:xfrm>
            <a:off x="2160489" y="18249725"/>
            <a:ext cx="12835090" cy="4986050"/>
          </a:xfrm>
          <a:solidFill>
            <a:schemeClr val="bg1">
              <a:lumMod val="95000"/>
            </a:schemeClr>
          </a:solidFill>
        </p:spPr>
        <p:txBody>
          <a:bodyPr wrap="none" lIns="144000" tIns="144000" rIns="144000" bIns="144000" numCol="1"/>
          <a:lstStyle>
            <a:lvl1pPr>
              <a:lnSpc>
                <a:spcPct val="105000"/>
              </a:lnSpc>
              <a:defRPr sz="320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Mastertextformat bearbeiten
Zweite Ebene
Dritte Ebene
Vierte Ebene
Fünfte Ebene</a:t>
            </a:r>
          </a:p>
        </p:txBody>
      </p:sp>
      <p:sp>
        <p:nvSpPr>
          <p:cNvPr id="131" name="Textplatzhalter 12">
            <a:extLst>
              <a:ext uri="{FF2B5EF4-FFF2-40B4-BE49-F238E27FC236}">
                <a16:creationId xmlns:a16="http://schemas.microsoft.com/office/drawing/2014/main" id="{4F3B1285-F093-F046-AA6C-8457920A443D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20299987" y="4840041"/>
            <a:ext cx="7701789" cy="2049842"/>
          </a:xfrm>
        </p:spPr>
        <p:txBody>
          <a:bodyPr lIns="144000" tIns="144000" numCol="1"/>
          <a:lstStyle>
            <a:lvl1pPr>
              <a:lnSpc>
                <a:spcPct val="105000"/>
              </a:lnSpc>
              <a:defRPr sz="3600"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Name der Mitarbeiter</a:t>
            </a:r>
          </a:p>
        </p:txBody>
      </p:sp>
      <p:sp>
        <p:nvSpPr>
          <p:cNvPr id="132" name="Bildplatzhalter 6">
            <a:extLst>
              <a:ext uri="{FF2B5EF4-FFF2-40B4-BE49-F238E27FC236}">
                <a16:creationId xmlns:a16="http://schemas.microsoft.com/office/drawing/2014/main" id="{E8098141-E252-8645-844F-24A1637E7785}"/>
              </a:ext>
            </a:extLst>
          </p:cNvPr>
          <p:cNvSpPr>
            <a:spLocks noGrp="1"/>
          </p:cNvSpPr>
          <p:nvPr userDrawn="1">
            <p:ph type="pic" sz="quarter" idx="30" hasCustomPrompt="1"/>
          </p:nvPr>
        </p:nvSpPr>
        <p:spPr>
          <a:xfrm>
            <a:off x="20299987" y="7245572"/>
            <a:ext cx="7678986" cy="1906648"/>
          </a:xfrm>
        </p:spPr>
        <p:txBody>
          <a:bodyPr/>
          <a:lstStyle>
            <a:lvl1pPr>
              <a:defRPr sz="2800"/>
            </a:lvl1pPr>
          </a:lstStyle>
          <a:p>
            <a:r>
              <a:rPr lang="de-DE" dirty="0"/>
              <a:t>Logo (optional)</a:t>
            </a:r>
          </a:p>
        </p:txBody>
      </p:sp>
      <p:sp>
        <p:nvSpPr>
          <p:cNvPr id="133" name="Textplatzhalter 12">
            <a:extLst>
              <a:ext uri="{FF2B5EF4-FFF2-40B4-BE49-F238E27FC236}">
                <a16:creationId xmlns:a16="http://schemas.microsoft.com/office/drawing/2014/main" id="{97983FFB-18F9-9048-9BAB-39A0DB0E9AF2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2191901" y="30911574"/>
            <a:ext cx="792453" cy="775390"/>
          </a:xfrm>
          <a:solidFill>
            <a:srgbClr val="00469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numCol="1" anchor="ctr"/>
          <a:lstStyle>
            <a:lvl1pPr algn="ctr"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134" name="Textplatzhalter 12">
            <a:extLst>
              <a:ext uri="{FF2B5EF4-FFF2-40B4-BE49-F238E27FC236}">
                <a16:creationId xmlns:a16="http://schemas.microsoft.com/office/drawing/2014/main" id="{E699B699-88D8-1B46-9290-5BB6F543991B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10976272" y="30923635"/>
            <a:ext cx="792453" cy="775390"/>
          </a:xfrm>
          <a:solidFill>
            <a:srgbClr val="00469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numCol="1" anchor="ctr"/>
          <a:lstStyle>
            <a:lvl1pPr algn="ctr"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02</a:t>
            </a:r>
          </a:p>
        </p:txBody>
      </p:sp>
      <p:sp>
        <p:nvSpPr>
          <p:cNvPr id="135" name="Textplatzhalter 12">
            <a:extLst>
              <a:ext uri="{FF2B5EF4-FFF2-40B4-BE49-F238E27FC236}">
                <a16:creationId xmlns:a16="http://schemas.microsoft.com/office/drawing/2014/main" id="{DA4763B0-FA7E-E043-98F0-798D33271E6B}"/>
              </a:ext>
            </a:extLst>
          </p:cNvPr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19745498" y="30911574"/>
            <a:ext cx="792453" cy="775390"/>
          </a:xfrm>
          <a:solidFill>
            <a:srgbClr val="00469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numCol="1" anchor="ctr"/>
          <a:lstStyle>
            <a:lvl1pPr algn="ctr"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03</a:t>
            </a:r>
          </a:p>
        </p:txBody>
      </p:sp>
      <p:sp>
        <p:nvSpPr>
          <p:cNvPr id="136" name="Textplatzhalter 12">
            <a:extLst>
              <a:ext uri="{FF2B5EF4-FFF2-40B4-BE49-F238E27FC236}">
                <a16:creationId xmlns:a16="http://schemas.microsoft.com/office/drawing/2014/main" id="{B51D765C-BCFB-C542-BE1A-F73D77815257}"/>
              </a:ext>
            </a:extLst>
          </p:cNvPr>
          <p:cNvSpPr>
            <a:spLocks noGrp="1"/>
          </p:cNvSpPr>
          <p:nvPr userDrawn="1">
            <p:ph type="body" sz="quarter" idx="36" hasCustomPrompt="1"/>
          </p:nvPr>
        </p:nvSpPr>
        <p:spPr>
          <a:xfrm>
            <a:off x="2160488" y="17255194"/>
            <a:ext cx="12835090" cy="775390"/>
          </a:xfrm>
          <a:solidFill>
            <a:srgbClr val="00469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numCol="1" anchor="ctr"/>
          <a:lstStyle>
            <a:lvl1pPr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37" name="Textplatzhalter 12">
            <a:extLst>
              <a:ext uri="{FF2B5EF4-FFF2-40B4-BE49-F238E27FC236}">
                <a16:creationId xmlns:a16="http://schemas.microsoft.com/office/drawing/2014/main" id="{833E62C8-C993-7B47-B63D-9CCA9E053838}"/>
              </a:ext>
            </a:extLst>
          </p:cNvPr>
          <p:cNvSpPr>
            <a:spLocks noGrp="1"/>
          </p:cNvSpPr>
          <p:nvPr userDrawn="1">
            <p:ph type="body" sz="quarter" idx="37" hasCustomPrompt="1"/>
          </p:nvPr>
        </p:nvSpPr>
        <p:spPr>
          <a:xfrm>
            <a:off x="2160488" y="9507909"/>
            <a:ext cx="12835090" cy="775390"/>
          </a:xfrm>
          <a:solidFill>
            <a:srgbClr val="00469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numCol="1" anchor="ctr"/>
          <a:lstStyle>
            <a:lvl1pPr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38" name="Textplatzhalter 12">
            <a:extLst>
              <a:ext uri="{FF2B5EF4-FFF2-40B4-BE49-F238E27FC236}">
                <a16:creationId xmlns:a16="http://schemas.microsoft.com/office/drawing/2014/main" id="{1D735ED9-33DA-614B-83DB-6126F6D12601}"/>
              </a:ext>
            </a:extLst>
          </p:cNvPr>
          <p:cNvSpPr>
            <a:spLocks noGrp="1"/>
          </p:cNvSpPr>
          <p:nvPr userDrawn="1">
            <p:ph type="body" sz="quarter" idx="38" hasCustomPrompt="1"/>
          </p:nvPr>
        </p:nvSpPr>
        <p:spPr>
          <a:xfrm>
            <a:off x="15404750" y="9507909"/>
            <a:ext cx="6090421" cy="775390"/>
          </a:xfrm>
          <a:solidFill>
            <a:srgbClr val="00469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numCol="1" anchor="ctr"/>
          <a:lstStyle>
            <a:lvl1pPr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39" name="Textplatzhalter 12">
            <a:extLst>
              <a:ext uri="{FF2B5EF4-FFF2-40B4-BE49-F238E27FC236}">
                <a16:creationId xmlns:a16="http://schemas.microsoft.com/office/drawing/2014/main" id="{151FD51B-137C-254F-8777-D68647650DB8}"/>
              </a:ext>
            </a:extLst>
          </p:cNvPr>
          <p:cNvSpPr>
            <a:spLocks noGrp="1"/>
          </p:cNvSpPr>
          <p:nvPr userDrawn="1">
            <p:ph type="body" sz="quarter" idx="39" hasCustomPrompt="1"/>
          </p:nvPr>
        </p:nvSpPr>
        <p:spPr>
          <a:xfrm>
            <a:off x="21898291" y="9489070"/>
            <a:ext cx="6090421" cy="775390"/>
          </a:xfrm>
          <a:solidFill>
            <a:srgbClr val="004699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numCol="1" anchor="ctr"/>
          <a:lstStyle>
            <a:lvl1pPr>
              <a:lnSpc>
                <a:spcPct val="105000"/>
              </a:lnSpc>
              <a:defRPr sz="48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05000"/>
              </a:lnSpc>
              <a:spcAft>
                <a:spcPts val="0"/>
              </a:spcAft>
              <a:defRPr/>
            </a:lvl2pPr>
          </a:lstStyle>
          <a:p>
            <a:pPr lvl="0"/>
            <a:r>
              <a:rPr lang="de-DE" dirty="0"/>
              <a:t>Überschrift</a:t>
            </a:r>
          </a:p>
        </p:txBody>
      </p:sp>
    </p:spTree>
    <p:extLst>
      <p:ext uri="{BB962C8B-B14F-4D97-AF65-F5344CB8AC3E}">
        <p14:creationId xmlns:p14="http://schemas.microsoft.com/office/powerpoint/2010/main" val="1706950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5861">
          <p15:clr>
            <a:srgbClr val="FBAE40"/>
          </p15:clr>
        </p15:guide>
        <p15:guide id="3" orient="horz" pos="1906">
          <p15:clr>
            <a:srgbClr val="FBAE40"/>
          </p15:clr>
        </p15:guide>
        <p15:guide id="4" pos="1371">
          <p15:clr>
            <a:srgbClr val="FBAE40"/>
          </p15:clr>
        </p15:guide>
        <p15:guide id="5" orient="horz" pos="18162">
          <p15:clr>
            <a:srgbClr val="FBAE40"/>
          </p15:clr>
        </p15:guide>
        <p15:guide id="6" orient="horz" pos="25538">
          <p15:clr>
            <a:srgbClr val="FBAE40"/>
          </p15:clr>
        </p15:guide>
        <p15:guide id="7" orient="horz" pos="527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F7E78540-C490-8247-A488-370D8664C1F7}"/>
              </a:ext>
            </a:extLst>
          </p:cNvPr>
          <p:cNvSpPr/>
          <p:nvPr userDrawn="1"/>
        </p:nvSpPr>
        <p:spPr>
          <a:xfrm>
            <a:off x="2191901" y="39375514"/>
            <a:ext cx="25809875" cy="18722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7949777" y="2284848"/>
            <a:ext cx="14373421" cy="656325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Titelmaster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292561" y="9987555"/>
            <a:ext cx="25692350" cy="28248505"/>
          </a:xfrm>
          <a:prstGeom prst="rect">
            <a:avLst/>
          </a:prstGeom>
        </p:spPr>
        <p:txBody>
          <a:bodyPr vert="horz" lIns="0" tIns="0" rIns="0" bIns="0" numCol="1" spcCol="720072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B77698D4-6494-D24F-817E-18C19302F517}"/>
              </a:ext>
            </a:extLst>
          </p:cNvPr>
          <p:cNvSpPr txBox="1">
            <a:spLocks/>
          </p:cNvSpPr>
          <p:nvPr userDrawn="1"/>
        </p:nvSpPr>
        <p:spPr>
          <a:xfrm>
            <a:off x="23062734" y="39970768"/>
            <a:ext cx="4919917" cy="624669"/>
          </a:xfrm>
          <a:prstGeom prst="rect">
            <a:avLst/>
          </a:prstGeom>
        </p:spPr>
        <p:txBody>
          <a:bodyPr numCol="1"/>
          <a:lstStyle>
            <a:lvl1pPr marL="0" indent="0" algn="l" defTabSz="3848201" rtl="0" eaLnBrk="1" latinLnBrk="0" hangingPunct="1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b="0" i="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0" indent="0" algn="l" defTabSz="3848201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214" kern="1200">
                <a:solidFill>
                  <a:schemeClr val="tx1"/>
                </a:solidFill>
                <a:latin typeface="Source Sans Pro Light" panose="020B0403030403020204" pitchFamily="34" charset="0"/>
                <a:ea typeface="+mn-ea"/>
                <a:cs typeface="+mn-cs"/>
              </a:defRPr>
            </a:lvl2pPr>
            <a:lvl3pPr marL="0" indent="0" algn="l" defTabSz="3848201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214" kern="1200">
                <a:solidFill>
                  <a:schemeClr val="tx1"/>
                </a:solidFill>
                <a:latin typeface="Source Sans Pro Light" panose="020B0403030403020204" pitchFamily="34" charset="0"/>
                <a:ea typeface="+mn-ea"/>
                <a:cs typeface="+mn-cs"/>
              </a:defRPr>
            </a:lvl3pPr>
            <a:lvl4pPr marL="0" indent="0" algn="l" defTabSz="3848201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214" kern="1200">
                <a:solidFill>
                  <a:schemeClr val="tx1"/>
                </a:solidFill>
                <a:latin typeface="Source Sans Pro Light" panose="020B0403030403020204" pitchFamily="34" charset="0"/>
                <a:ea typeface="+mn-ea"/>
                <a:cs typeface="+mn-cs"/>
              </a:defRPr>
            </a:lvl4pPr>
            <a:lvl5pPr marL="0" indent="0" algn="l" defTabSz="3848201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214" kern="1200">
                <a:solidFill>
                  <a:schemeClr val="tx1"/>
                </a:solidFill>
                <a:latin typeface="Source Sans Pro Light" panose="020B0403030403020204" pitchFamily="34" charset="0"/>
                <a:ea typeface="+mn-ea"/>
                <a:cs typeface="+mn-cs"/>
              </a:defRPr>
            </a:lvl5pPr>
            <a:lvl6pPr marL="10582556" indent="-962047" algn="l" defTabSz="384820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06660" indent="-962047" algn="l" defTabSz="384820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30757" indent="-962047" algn="l" defTabSz="384820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354862" indent="-962047" algn="l" defTabSz="384820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4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err="1"/>
              <a:t>www.htwk-leipzig.de</a:t>
            </a:r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93D9273-EA61-4049-8F87-735680D3E2DF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740" y="1827126"/>
            <a:ext cx="12957734" cy="172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368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925" r:id="rId2"/>
    <p:sldLayoutId id="2147483926" r:id="rId3"/>
    <p:sldLayoutId id="2147483927" r:id="rId4"/>
    <p:sldLayoutId id="2147483928" r:id="rId5"/>
    <p:sldLayoutId id="2147483929" r:id="rId6"/>
  </p:sldLayoutIdLst>
  <p:hf sldNum="0" hdr="0" ftr="0" dt="0"/>
  <p:txStyles>
    <p:titleStyle>
      <a:lvl1pPr algn="ctr" defTabSz="3848201" rtl="0" eaLnBrk="1" latinLnBrk="0" hangingPunct="1">
        <a:lnSpc>
          <a:spcPct val="90000"/>
        </a:lnSpc>
        <a:spcBef>
          <a:spcPct val="0"/>
        </a:spcBef>
        <a:buNone/>
        <a:defRPr sz="19290" kern="1200">
          <a:solidFill>
            <a:schemeClr val="tx1"/>
          </a:solidFill>
          <a:latin typeface="Source Sans Pro Light" panose="020B0403030403020204" pitchFamily="34" charset="0"/>
          <a:ea typeface="+mj-ea"/>
          <a:cs typeface="+mj-cs"/>
        </a:defRPr>
      </a:lvl1pPr>
    </p:titleStyle>
    <p:bodyStyle>
      <a:lvl1pPr marL="0" indent="0" algn="l" defTabSz="3848201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5214" kern="1200">
          <a:solidFill>
            <a:schemeClr val="tx1"/>
          </a:solidFill>
          <a:latin typeface="Source Sans Pro Semibold" panose="020B0603030403020204" pitchFamily="34" charset="0"/>
          <a:ea typeface="+mn-ea"/>
          <a:cs typeface="+mn-cs"/>
        </a:defRPr>
      </a:lvl1pPr>
      <a:lvl2pPr marL="0" indent="0" algn="l" defTabSz="3848201" rtl="0" eaLnBrk="1" latinLnBrk="0" hangingPunct="1">
        <a:lnSpc>
          <a:spcPct val="105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5214" kern="1200">
          <a:solidFill>
            <a:schemeClr val="tx1"/>
          </a:solidFill>
          <a:latin typeface="Source Sans Pro Light" panose="020B0403030403020204" pitchFamily="34" charset="0"/>
          <a:ea typeface="+mn-ea"/>
          <a:cs typeface="+mn-cs"/>
        </a:defRPr>
      </a:lvl2pPr>
      <a:lvl3pPr marL="0" indent="0" algn="l" defTabSz="3848201" rtl="0" eaLnBrk="1" latinLnBrk="0" hangingPunct="1">
        <a:lnSpc>
          <a:spcPct val="105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5214" kern="1200">
          <a:solidFill>
            <a:schemeClr val="tx1"/>
          </a:solidFill>
          <a:latin typeface="Source Sans Pro Light" panose="020B0403030403020204" pitchFamily="34" charset="0"/>
          <a:ea typeface="+mn-ea"/>
          <a:cs typeface="+mn-cs"/>
        </a:defRPr>
      </a:lvl3pPr>
      <a:lvl4pPr marL="0" indent="0" algn="l" defTabSz="3848201" rtl="0" eaLnBrk="1" latinLnBrk="0" hangingPunct="1">
        <a:lnSpc>
          <a:spcPct val="105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5214" kern="1200">
          <a:solidFill>
            <a:schemeClr val="tx1"/>
          </a:solidFill>
          <a:latin typeface="Source Sans Pro Light" panose="020B0403030403020204" pitchFamily="34" charset="0"/>
          <a:ea typeface="+mn-ea"/>
          <a:cs typeface="+mn-cs"/>
        </a:defRPr>
      </a:lvl4pPr>
      <a:lvl5pPr marL="0" indent="0" algn="l" defTabSz="3848201" rtl="0" eaLnBrk="1" latinLnBrk="0" hangingPunct="1">
        <a:lnSpc>
          <a:spcPct val="105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5214" kern="1200">
          <a:solidFill>
            <a:schemeClr val="tx1"/>
          </a:solidFill>
          <a:latin typeface="Source Sans Pro Light" panose="020B0403030403020204" pitchFamily="34" charset="0"/>
          <a:ea typeface="+mn-ea"/>
          <a:cs typeface="+mn-cs"/>
        </a:defRPr>
      </a:lvl5pPr>
      <a:lvl6pPr marL="10582556" indent="-962047" algn="l" defTabSz="3848201" rtl="0" eaLnBrk="1" latinLnBrk="0" hangingPunct="1">
        <a:spcBef>
          <a:spcPct val="20000"/>
        </a:spcBef>
        <a:buFont typeface="Arial" panose="020B0604020202020204" pitchFamily="34" charset="0"/>
        <a:buChar char="•"/>
        <a:defRPr sz="8474" kern="1200">
          <a:solidFill>
            <a:schemeClr val="tx1"/>
          </a:solidFill>
          <a:latin typeface="+mn-lt"/>
          <a:ea typeface="+mn-ea"/>
          <a:cs typeface="+mn-cs"/>
        </a:defRPr>
      </a:lvl6pPr>
      <a:lvl7pPr marL="12506660" indent="-962047" algn="l" defTabSz="3848201" rtl="0" eaLnBrk="1" latinLnBrk="0" hangingPunct="1">
        <a:spcBef>
          <a:spcPct val="20000"/>
        </a:spcBef>
        <a:buFont typeface="Arial" panose="020B0604020202020204" pitchFamily="34" charset="0"/>
        <a:buChar char="•"/>
        <a:defRPr sz="8474" kern="1200">
          <a:solidFill>
            <a:schemeClr val="tx1"/>
          </a:solidFill>
          <a:latin typeface="+mn-lt"/>
          <a:ea typeface="+mn-ea"/>
          <a:cs typeface="+mn-cs"/>
        </a:defRPr>
      </a:lvl7pPr>
      <a:lvl8pPr marL="14430757" indent="-962047" algn="l" defTabSz="3848201" rtl="0" eaLnBrk="1" latinLnBrk="0" hangingPunct="1">
        <a:spcBef>
          <a:spcPct val="20000"/>
        </a:spcBef>
        <a:buFont typeface="Arial" panose="020B0604020202020204" pitchFamily="34" charset="0"/>
        <a:buChar char="•"/>
        <a:defRPr sz="8474" kern="1200">
          <a:solidFill>
            <a:schemeClr val="tx1"/>
          </a:solidFill>
          <a:latin typeface="+mn-lt"/>
          <a:ea typeface="+mn-ea"/>
          <a:cs typeface="+mn-cs"/>
        </a:defRPr>
      </a:lvl8pPr>
      <a:lvl9pPr marL="16354862" indent="-962047" algn="l" defTabSz="3848201" rtl="0" eaLnBrk="1" latinLnBrk="0" hangingPunct="1">
        <a:spcBef>
          <a:spcPct val="20000"/>
        </a:spcBef>
        <a:buFont typeface="Arial" panose="020B0604020202020204" pitchFamily="34" charset="0"/>
        <a:buChar char="•"/>
        <a:defRPr sz="847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3848201" rtl="0" eaLnBrk="1" latinLnBrk="0" hangingPunct="1">
        <a:defRPr sz="7558" kern="1200">
          <a:solidFill>
            <a:schemeClr val="tx1"/>
          </a:solidFill>
          <a:latin typeface="+mn-lt"/>
          <a:ea typeface="+mn-ea"/>
          <a:cs typeface="+mn-cs"/>
        </a:defRPr>
      </a:lvl1pPr>
      <a:lvl2pPr marL="1924101" algn="l" defTabSz="3848201" rtl="0" eaLnBrk="1" latinLnBrk="0" hangingPunct="1">
        <a:defRPr sz="7558" kern="1200">
          <a:solidFill>
            <a:schemeClr val="tx1"/>
          </a:solidFill>
          <a:latin typeface="+mn-lt"/>
          <a:ea typeface="+mn-ea"/>
          <a:cs typeface="+mn-cs"/>
        </a:defRPr>
      </a:lvl2pPr>
      <a:lvl3pPr marL="3848201" algn="l" defTabSz="3848201" rtl="0" eaLnBrk="1" latinLnBrk="0" hangingPunct="1">
        <a:defRPr sz="7558" kern="1200">
          <a:solidFill>
            <a:schemeClr val="tx1"/>
          </a:solidFill>
          <a:latin typeface="+mn-lt"/>
          <a:ea typeface="+mn-ea"/>
          <a:cs typeface="+mn-cs"/>
        </a:defRPr>
      </a:lvl3pPr>
      <a:lvl4pPr marL="5772302" algn="l" defTabSz="3848201" rtl="0" eaLnBrk="1" latinLnBrk="0" hangingPunct="1">
        <a:defRPr sz="7558" kern="1200">
          <a:solidFill>
            <a:schemeClr val="tx1"/>
          </a:solidFill>
          <a:latin typeface="+mn-lt"/>
          <a:ea typeface="+mn-ea"/>
          <a:cs typeface="+mn-cs"/>
        </a:defRPr>
      </a:lvl4pPr>
      <a:lvl5pPr marL="7696408" algn="l" defTabSz="3848201" rtl="0" eaLnBrk="1" latinLnBrk="0" hangingPunct="1">
        <a:defRPr sz="7558" kern="1200">
          <a:solidFill>
            <a:schemeClr val="tx1"/>
          </a:solidFill>
          <a:latin typeface="+mn-lt"/>
          <a:ea typeface="+mn-ea"/>
          <a:cs typeface="+mn-cs"/>
        </a:defRPr>
      </a:lvl5pPr>
      <a:lvl6pPr marL="9620507" algn="l" defTabSz="3848201" rtl="0" eaLnBrk="1" latinLnBrk="0" hangingPunct="1">
        <a:defRPr sz="7558" kern="1200">
          <a:solidFill>
            <a:schemeClr val="tx1"/>
          </a:solidFill>
          <a:latin typeface="+mn-lt"/>
          <a:ea typeface="+mn-ea"/>
          <a:cs typeface="+mn-cs"/>
        </a:defRPr>
      </a:lvl6pPr>
      <a:lvl7pPr marL="11544609" algn="l" defTabSz="3848201" rtl="0" eaLnBrk="1" latinLnBrk="0" hangingPunct="1">
        <a:defRPr sz="7558" kern="1200">
          <a:solidFill>
            <a:schemeClr val="tx1"/>
          </a:solidFill>
          <a:latin typeface="+mn-lt"/>
          <a:ea typeface="+mn-ea"/>
          <a:cs typeface="+mn-cs"/>
        </a:defRPr>
      </a:lvl7pPr>
      <a:lvl8pPr marL="13468707" algn="l" defTabSz="3848201" rtl="0" eaLnBrk="1" latinLnBrk="0" hangingPunct="1">
        <a:defRPr sz="7558" kern="1200">
          <a:solidFill>
            <a:schemeClr val="tx1"/>
          </a:solidFill>
          <a:latin typeface="+mn-lt"/>
          <a:ea typeface="+mn-ea"/>
          <a:cs typeface="+mn-cs"/>
        </a:defRPr>
      </a:lvl8pPr>
      <a:lvl9pPr marL="15392808" algn="l" defTabSz="3848201" rtl="0" eaLnBrk="1" latinLnBrk="0" hangingPunct="1">
        <a:defRPr sz="75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7FC7336-5865-A043-9A15-9763362F7D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50312" y="8905826"/>
            <a:ext cx="12324298" cy="5063719"/>
          </a:xfrm>
          <a:noFill/>
        </p:spPr>
        <p:txBody>
          <a:bodyPr/>
          <a:lstStyle/>
          <a:p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FE67BFB7-F57E-C340-A18E-76FBD468902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280361" y="15922110"/>
            <a:ext cx="12394249" cy="13417499"/>
          </a:xfrm>
          <a:noFill/>
        </p:spPr>
        <p:txBody>
          <a:bodyPr/>
          <a:lstStyle/>
          <a:p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4850D10-E25B-0649-A2AD-6539F412001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76366" y="39566296"/>
            <a:ext cx="18434048" cy="1493769"/>
          </a:xfrm>
        </p:spPr>
        <p:txBody>
          <a:bodyPr/>
          <a:lstStyle/>
          <a:p>
            <a:r>
              <a:rPr lang="de-DE" dirty="0" err="1" smtClean="0"/>
              <a:t>Autor:in</a:t>
            </a:r>
            <a:endParaRPr lang="de-DE" dirty="0" smtClean="0"/>
          </a:p>
          <a:p>
            <a:r>
              <a:rPr lang="de-DE" dirty="0" smtClean="0"/>
              <a:t>E-Mail</a:t>
            </a:r>
          </a:p>
          <a:p>
            <a:r>
              <a:rPr lang="de-DE" dirty="0" smtClean="0"/>
              <a:t>Studiengang und Kurs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86B3A0FA-D157-0B4A-B310-C4F8A934DF8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302516" y="14630540"/>
            <a:ext cx="25906638" cy="1087436"/>
          </a:xfrm>
        </p:spPr>
        <p:txBody>
          <a:bodyPr/>
          <a:lstStyle/>
          <a:p>
            <a:r>
              <a:rPr lang="de-DE" dirty="0" smtClean="0"/>
              <a:t>Konzept</a:t>
            </a:r>
            <a:endParaRPr lang="de-DE" dirty="0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FEB6B617-1F73-6840-A471-75647312F05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208284" y="7648353"/>
            <a:ext cx="12514622" cy="1087436"/>
          </a:xfrm>
        </p:spPr>
        <p:txBody>
          <a:bodyPr/>
          <a:lstStyle/>
          <a:p>
            <a:r>
              <a:rPr lang="de-DE" dirty="0" smtClean="0"/>
              <a:t>Relevanz</a:t>
            </a:r>
            <a:endParaRPr lang="de-DE" dirty="0"/>
          </a:p>
        </p:txBody>
      </p:sp>
      <p:sp>
        <p:nvSpPr>
          <p:cNvPr id="33" name="Textplatzhalter 11">
            <a:extLst>
              <a:ext uri="{FF2B5EF4-FFF2-40B4-BE49-F238E27FC236}">
                <a16:creationId xmlns:a16="http://schemas.microsoft.com/office/drawing/2014/main" id="{6DA6B0CE-2D8A-8045-AA6A-A24C0A8D319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262380" y="37283736"/>
            <a:ext cx="25722940" cy="1688097"/>
          </a:xfr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r>
              <a:rPr lang="de-DE" sz="2400" dirty="0" smtClean="0"/>
              <a:t>Quellen:</a:t>
            </a:r>
          </a:p>
          <a:p>
            <a:endParaRPr lang="de-DE" sz="2400" dirty="0"/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87FC7336-5865-A043-9A15-9763362F7D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711684" y="8941908"/>
            <a:ext cx="12242492" cy="5063719"/>
          </a:xfrm>
          <a:noFill/>
        </p:spPr>
        <p:txBody>
          <a:bodyPr/>
          <a:lstStyle/>
          <a:p>
            <a:endParaRPr lang="de-DE" dirty="0"/>
          </a:p>
        </p:txBody>
      </p:sp>
      <p:sp>
        <p:nvSpPr>
          <p:cNvPr id="22" name="Textplatzhalter 18">
            <a:extLst>
              <a:ext uri="{FF2B5EF4-FFF2-40B4-BE49-F238E27FC236}">
                <a16:creationId xmlns:a16="http://schemas.microsoft.com/office/drawing/2014/main" id="{FEB6B617-1F73-6840-A471-75647312F05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5569654" y="7684435"/>
            <a:ext cx="12522143" cy="1051354"/>
          </a:xfrm>
        </p:spPr>
        <p:txBody>
          <a:bodyPr/>
          <a:lstStyle/>
          <a:p>
            <a:r>
              <a:rPr lang="de-DE" smtClean="0"/>
              <a:t>Historie</a:t>
            </a:r>
            <a:endParaRPr lang="de-DE" dirty="0"/>
          </a:p>
        </p:txBody>
      </p:sp>
      <p:sp>
        <p:nvSpPr>
          <p:cNvPr id="27" name="Textplatzhalter 7">
            <a:extLst>
              <a:ext uri="{FF2B5EF4-FFF2-40B4-BE49-F238E27FC236}">
                <a16:creationId xmlns:a16="http://schemas.microsoft.com/office/drawing/2014/main" id="{87FC7336-5865-A043-9A15-9763362F7D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08282" y="31372322"/>
            <a:ext cx="12324298" cy="5063719"/>
          </a:xfrm>
          <a:noFill/>
        </p:spPr>
        <p:txBody>
          <a:bodyPr/>
          <a:lstStyle/>
          <a:p>
            <a:endParaRPr lang="de-DE" dirty="0"/>
          </a:p>
        </p:txBody>
      </p:sp>
      <p:sp>
        <p:nvSpPr>
          <p:cNvPr id="28" name="Textplatzhalter 18">
            <a:extLst>
              <a:ext uri="{FF2B5EF4-FFF2-40B4-BE49-F238E27FC236}">
                <a16:creationId xmlns:a16="http://schemas.microsoft.com/office/drawing/2014/main" id="{FEB6B617-1F73-6840-A471-75647312F05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066254" y="30114849"/>
            <a:ext cx="12608356" cy="1087436"/>
          </a:xfrm>
        </p:spPr>
        <p:txBody>
          <a:bodyPr/>
          <a:lstStyle/>
          <a:p>
            <a:r>
              <a:rPr lang="de-DE" dirty="0" smtClean="0"/>
              <a:t>Kritische Würdigung</a:t>
            </a:r>
            <a:endParaRPr lang="de-DE" dirty="0"/>
          </a:p>
        </p:txBody>
      </p:sp>
      <p:sp>
        <p:nvSpPr>
          <p:cNvPr id="30" name="Textplatzhalter 7">
            <a:extLst>
              <a:ext uri="{FF2B5EF4-FFF2-40B4-BE49-F238E27FC236}">
                <a16:creationId xmlns:a16="http://schemas.microsoft.com/office/drawing/2014/main" id="{87FC7336-5865-A043-9A15-9763362F7D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711683" y="31408404"/>
            <a:ext cx="12179719" cy="5063719"/>
          </a:xfrm>
          <a:noFill/>
        </p:spPr>
        <p:txBody>
          <a:bodyPr/>
          <a:lstStyle/>
          <a:p>
            <a:endParaRPr lang="de-DE" dirty="0"/>
          </a:p>
        </p:txBody>
      </p:sp>
      <p:sp>
        <p:nvSpPr>
          <p:cNvPr id="31" name="Textplatzhalter 18">
            <a:extLst>
              <a:ext uri="{FF2B5EF4-FFF2-40B4-BE49-F238E27FC236}">
                <a16:creationId xmlns:a16="http://schemas.microsoft.com/office/drawing/2014/main" id="{FEB6B617-1F73-6840-A471-75647312F05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5506881" y="30150931"/>
            <a:ext cx="12522143" cy="1051354"/>
          </a:xfrm>
        </p:spPr>
        <p:txBody>
          <a:bodyPr/>
          <a:lstStyle/>
          <a:p>
            <a:r>
              <a:rPr lang="de-DE" dirty="0" smtClean="0"/>
              <a:t>Ausblick</a:t>
            </a:r>
            <a:endParaRPr lang="de-DE" dirty="0"/>
          </a:p>
        </p:txBody>
      </p:sp>
      <p:sp>
        <p:nvSpPr>
          <p:cNvPr id="16" name="Textplatzhalter 11">
            <a:extLst>
              <a:ext uri="{FF2B5EF4-FFF2-40B4-BE49-F238E27FC236}">
                <a16:creationId xmlns:a16="http://schemas.microsoft.com/office/drawing/2014/main" id="{6DA6B0CE-2D8A-8045-AA6A-A24C0A8D319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28567" y="5168482"/>
            <a:ext cx="25656754" cy="1759791"/>
          </a:xfr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de-DE" sz="5400" b="1" dirty="0"/>
              <a:t>Thema</a:t>
            </a:r>
          </a:p>
        </p:txBody>
      </p:sp>
      <p:pic>
        <p:nvPicPr>
          <p:cNvPr id="15" name="Grafik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24812" y="1602984"/>
            <a:ext cx="7866590" cy="2340000"/>
          </a:xfrm>
          <a:prstGeom prst="rect">
            <a:avLst/>
          </a:prstGeom>
        </p:spPr>
      </p:pic>
      <p:sp>
        <p:nvSpPr>
          <p:cNvPr id="24" name="Bildplatzhalter 23"/>
          <p:cNvSpPr>
            <a:spLocks noGrp="1"/>
          </p:cNvSpPr>
          <p:nvPr>
            <p:ph type="pic" sz="quarter" idx="35"/>
          </p:nvPr>
        </p:nvSpPr>
        <p:spPr>
          <a:xfrm>
            <a:off x="15748718" y="15973926"/>
            <a:ext cx="12142684" cy="13582542"/>
          </a:xfrm>
        </p:spPr>
      </p:sp>
    </p:spTree>
    <p:extLst>
      <p:ext uri="{BB962C8B-B14F-4D97-AF65-F5344CB8AC3E}">
        <p14:creationId xmlns:p14="http://schemas.microsoft.com/office/powerpoint/2010/main" val="692312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TWK_A0_Allgemei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HTWK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lakat_V01" id="{24D39333-43B7-418E-8ABA-5C16DBDDDE5B}" vid="{F722BCDE-56F1-409C-839E-A801E0B5348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HTWK</Template>
  <TotalTime>0</TotalTime>
  <Words>14</Words>
  <Application>Microsoft Office PowerPoint</Application>
  <PresentationFormat>Benutzerdefiniert</PresentationFormat>
  <Paragraphs>10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Arial</vt:lpstr>
      <vt:lpstr>Calibri</vt:lpstr>
      <vt:lpstr>Source Sans Pro</vt:lpstr>
      <vt:lpstr>Source Sans Pro Light</vt:lpstr>
      <vt:lpstr>Source Sans Pro Semibold</vt:lpstr>
      <vt:lpstr>HTWK_A0_Allgemein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ms410383</dc:creator>
  <cp:lastModifiedBy>Crönertz, Oliver</cp:lastModifiedBy>
  <cp:revision>67</cp:revision>
  <cp:lastPrinted>2018-12-13T21:49:34Z</cp:lastPrinted>
  <dcterms:created xsi:type="dcterms:W3CDTF">2018-12-13T13:19:04Z</dcterms:created>
  <dcterms:modified xsi:type="dcterms:W3CDTF">2025-11-06T16:48:52Z</dcterms:modified>
</cp:coreProperties>
</file>