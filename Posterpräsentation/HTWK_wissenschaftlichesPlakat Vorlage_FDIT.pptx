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0" r:id="rId1"/>
  </p:sldMasterIdLst>
  <p:notesMasterIdLst>
    <p:notesMasterId r:id="rId3"/>
  </p:notesMasterIdLst>
  <p:handoutMasterIdLst>
    <p:handoutMasterId r:id="rId4"/>
  </p:handoutMasterIdLst>
  <p:sldIdLst>
    <p:sldId id="261" r:id="rId2"/>
  </p:sldIdLst>
  <p:sldSz cx="30275213" cy="42803763"/>
  <p:notesSz cx="7104063" cy="10234613"/>
  <p:defaultTextStyle>
    <a:defPPr>
      <a:defRPr lang="de-DE"/>
    </a:defPPr>
    <a:lvl1pPr marL="0" algn="l" defTabSz="4174325" rtl="0" eaLnBrk="1" latinLnBrk="0" hangingPunct="1">
      <a:defRPr sz="8203" kern="1200">
        <a:solidFill>
          <a:schemeClr val="tx1"/>
        </a:solidFill>
        <a:latin typeface="+mn-lt"/>
        <a:ea typeface="+mn-ea"/>
        <a:cs typeface="+mn-cs"/>
      </a:defRPr>
    </a:lvl1pPr>
    <a:lvl2pPr marL="2087166" algn="l" defTabSz="4174325" rtl="0" eaLnBrk="1" latinLnBrk="0" hangingPunct="1">
      <a:defRPr sz="8203" kern="1200">
        <a:solidFill>
          <a:schemeClr val="tx1"/>
        </a:solidFill>
        <a:latin typeface="+mn-lt"/>
        <a:ea typeface="+mn-ea"/>
        <a:cs typeface="+mn-cs"/>
      </a:defRPr>
    </a:lvl2pPr>
    <a:lvl3pPr marL="4174325" algn="l" defTabSz="4174325" rtl="0" eaLnBrk="1" latinLnBrk="0" hangingPunct="1">
      <a:defRPr sz="8203" kern="1200">
        <a:solidFill>
          <a:schemeClr val="tx1"/>
        </a:solidFill>
        <a:latin typeface="+mn-lt"/>
        <a:ea typeface="+mn-ea"/>
        <a:cs typeface="+mn-cs"/>
      </a:defRPr>
    </a:lvl3pPr>
    <a:lvl4pPr marL="6261489" algn="l" defTabSz="4174325" rtl="0" eaLnBrk="1" latinLnBrk="0" hangingPunct="1">
      <a:defRPr sz="8203" kern="1200">
        <a:solidFill>
          <a:schemeClr val="tx1"/>
        </a:solidFill>
        <a:latin typeface="+mn-lt"/>
        <a:ea typeface="+mn-ea"/>
        <a:cs typeface="+mn-cs"/>
      </a:defRPr>
    </a:lvl4pPr>
    <a:lvl5pPr marL="8348652" algn="l" defTabSz="4174325" rtl="0" eaLnBrk="1" latinLnBrk="0" hangingPunct="1">
      <a:defRPr sz="8203" kern="1200">
        <a:solidFill>
          <a:schemeClr val="tx1"/>
        </a:solidFill>
        <a:latin typeface="+mn-lt"/>
        <a:ea typeface="+mn-ea"/>
        <a:cs typeface="+mn-cs"/>
      </a:defRPr>
    </a:lvl5pPr>
    <a:lvl6pPr marL="10435818" algn="l" defTabSz="4174325" rtl="0" eaLnBrk="1" latinLnBrk="0" hangingPunct="1">
      <a:defRPr sz="8203" kern="1200">
        <a:solidFill>
          <a:schemeClr val="tx1"/>
        </a:solidFill>
        <a:latin typeface="+mn-lt"/>
        <a:ea typeface="+mn-ea"/>
        <a:cs typeface="+mn-cs"/>
      </a:defRPr>
    </a:lvl6pPr>
    <a:lvl7pPr marL="12522983" algn="l" defTabSz="4174325" rtl="0" eaLnBrk="1" latinLnBrk="0" hangingPunct="1">
      <a:defRPr sz="8203" kern="1200">
        <a:solidFill>
          <a:schemeClr val="tx1"/>
        </a:solidFill>
        <a:latin typeface="+mn-lt"/>
        <a:ea typeface="+mn-ea"/>
        <a:cs typeface="+mn-cs"/>
      </a:defRPr>
    </a:lvl7pPr>
    <a:lvl8pPr marL="14610143" algn="l" defTabSz="4174325" rtl="0" eaLnBrk="1" latinLnBrk="0" hangingPunct="1">
      <a:defRPr sz="8203" kern="1200">
        <a:solidFill>
          <a:schemeClr val="tx1"/>
        </a:solidFill>
        <a:latin typeface="+mn-lt"/>
        <a:ea typeface="+mn-ea"/>
        <a:cs typeface="+mn-cs"/>
      </a:defRPr>
    </a:lvl8pPr>
    <a:lvl9pPr marL="16697307" algn="l" defTabSz="4174325" rtl="0" eaLnBrk="1" latinLnBrk="0" hangingPunct="1">
      <a:defRPr sz="820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2" userDrawn="1">
          <p15:clr>
            <a:srgbClr val="A4A3A4"/>
          </p15:clr>
        </p15:guide>
        <p15:guide id="2" pos="9536" userDrawn="1">
          <p15:clr>
            <a:srgbClr val="A4A3A4"/>
          </p15:clr>
        </p15:guide>
        <p15:guide id="4" orient="horz" pos="1444" userDrawn="1">
          <p15:clr>
            <a:srgbClr val="A4A3A4"/>
          </p15:clr>
        </p15:guide>
        <p15:guide id="5" orient="horz" pos="25519" userDrawn="1">
          <p15:clr>
            <a:srgbClr val="A4A3A4"/>
          </p15:clr>
        </p15:guide>
        <p15:guide id="7" pos="1444" userDrawn="1">
          <p15:clr>
            <a:srgbClr val="A4A3A4"/>
          </p15:clr>
        </p15:guide>
        <p15:guide id="8" pos="17627" userDrawn="1">
          <p15:clr>
            <a:srgbClr val="A4A3A4"/>
          </p15:clr>
        </p15:guide>
        <p15:guide id="9" pos="2909" userDrawn="1">
          <p15:clr>
            <a:srgbClr val="A4A3A4"/>
          </p15:clr>
        </p15:guide>
        <p15:guide id="11" orient="horz" pos="7855" userDrawn="1">
          <p15:clr>
            <a:srgbClr val="A4A3A4"/>
          </p15:clr>
        </p15:guide>
        <p15:guide id="12" orient="horz" pos="19539" userDrawn="1">
          <p15:clr>
            <a:srgbClr val="A4A3A4"/>
          </p15:clr>
        </p15:guide>
        <p15:guide id="13" pos="3551" userDrawn="1">
          <p15:clr>
            <a:srgbClr val="A4A3A4"/>
          </p15:clr>
        </p15:guide>
        <p15:guide id="14" pos="5011" userDrawn="1">
          <p15:clr>
            <a:srgbClr val="A4A3A4"/>
          </p15:clr>
        </p15:guide>
        <p15:guide id="15" pos="5651" userDrawn="1">
          <p15:clr>
            <a:srgbClr val="A4A3A4"/>
          </p15:clr>
        </p15:guide>
        <p15:guide id="16" pos="7113" userDrawn="1">
          <p15:clr>
            <a:srgbClr val="A4A3A4"/>
          </p15:clr>
        </p15:guide>
        <p15:guide id="17" pos="7752" userDrawn="1">
          <p15:clr>
            <a:srgbClr val="A4A3A4"/>
          </p15:clr>
        </p15:guide>
        <p15:guide id="18" pos="9217" userDrawn="1">
          <p15:clr>
            <a:srgbClr val="A4A3A4"/>
          </p15:clr>
        </p15:guide>
        <p15:guide id="19" pos="9858" userDrawn="1">
          <p15:clr>
            <a:srgbClr val="A4A3A4"/>
          </p15:clr>
        </p15:guide>
        <p15:guide id="20" pos="11319" userDrawn="1">
          <p15:clr>
            <a:srgbClr val="A4A3A4"/>
          </p15:clr>
        </p15:guide>
        <p15:guide id="21" pos="11958" userDrawn="1">
          <p15:clr>
            <a:srgbClr val="A4A3A4"/>
          </p15:clr>
        </p15:guide>
        <p15:guide id="22" pos="13420" userDrawn="1">
          <p15:clr>
            <a:srgbClr val="A4A3A4"/>
          </p15:clr>
        </p15:guide>
        <p15:guide id="23" pos="14065" userDrawn="1">
          <p15:clr>
            <a:srgbClr val="A4A3A4"/>
          </p15:clr>
        </p15:guide>
        <p15:guide id="24" pos="15520" userDrawn="1">
          <p15:clr>
            <a:srgbClr val="A4A3A4"/>
          </p15:clr>
        </p15:guide>
        <p15:guide id="25" pos="1616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2541"/>
    <a:srgbClr val="BDC6CD"/>
    <a:srgbClr val="BCBED5"/>
    <a:srgbClr val="8D94A7"/>
    <a:srgbClr val="9AA8B3"/>
    <a:srgbClr val="E7EDF2"/>
    <a:srgbClr val="36465F"/>
    <a:srgbClr val="5E6A81"/>
    <a:srgbClr val="004699"/>
    <a:srgbClr val="009E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68"/>
    <p:restoredTop sz="94737"/>
  </p:normalViewPr>
  <p:slideViewPr>
    <p:cSldViewPr showGuides="1">
      <p:cViewPr>
        <p:scale>
          <a:sx n="75" d="100"/>
          <a:sy n="75" d="100"/>
        </p:scale>
        <p:origin x="-1914" y="-8292"/>
      </p:cViewPr>
      <p:guideLst>
        <p:guide orient="horz" pos="13482"/>
        <p:guide pos="9536"/>
        <p:guide orient="horz" pos="1444"/>
        <p:guide orient="horz" pos="25519"/>
        <p:guide pos="1444"/>
        <p:guide pos="17627"/>
        <p:guide pos="2909"/>
        <p:guide orient="horz" pos="7855"/>
        <p:guide orient="horz" pos="19539"/>
        <p:guide pos="3551"/>
        <p:guide pos="5011"/>
        <p:guide pos="5651"/>
        <p:guide pos="7113"/>
        <p:guide pos="7752"/>
        <p:guide pos="9217"/>
        <p:guide pos="9858"/>
        <p:guide pos="11319"/>
        <p:guide pos="11958"/>
        <p:guide pos="13420"/>
        <p:guide pos="14065"/>
        <p:guide pos="15520"/>
        <p:guide pos="1616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4" d="100"/>
          <a:sy n="64" d="100"/>
        </p:scale>
        <p:origin x="-2832" y="-96"/>
      </p:cViewPr>
      <p:guideLst>
        <p:guide orient="horz" pos="3224"/>
        <p:guide pos="223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ca Glessner" userId="94a36cc37384f3e2" providerId="LiveId" clId="{8BDDD60C-4056-4724-A64F-A554D4E92C6C}"/>
    <pc:docChg chg="undo redo custSel modSld modNotesMaster modHandout">
      <pc:chgData name="Lucca Glessner" userId="94a36cc37384f3e2" providerId="LiveId" clId="{8BDDD60C-4056-4724-A64F-A554D4E92C6C}" dt="2026-01-05T10:42:22.192" v="5649" actId="14826"/>
      <pc:docMkLst>
        <pc:docMk/>
      </pc:docMkLst>
      <pc:sldChg chg="addSp delSp modSp mod setBg">
        <pc:chgData name="Lucca Glessner" userId="94a36cc37384f3e2" providerId="LiveId" clId="{8BDDD60C-4056-4724-A64F-A554D4E92C6C}" dt="2026-01-05T10:42:22.192" v="5649" actId="14826"/>
        <pc:sldMkLst>
          <pc:docMk/>
          <pc:sldMk cId="692312304" sldId="261"/>
        </pc:sldMkLst>
        <pc:spChg chg="add mod">
          <ac:chgData name="Lucca Glessner" userId="94a36cc37384f3e2" providerId="LiveId" clId="{8BDDD60C-4056-4724-A64F-A554D4E92C6C}" dt="2025-12-28T21:31:01.004" v="620" actId="14100"/>
          <ac:spMkLst>
            <pc:docMk/>
            <pc:sldMk cId="692312304" sldId="261"/>
            <ac:spMk id="4" creationId="{10CE1D69-1328-E514-5E0F-424B42D80D79}"/>
          </ac:spMkLst>
        </pc:spChg>
        <pc:spChg chg="add mod ord">
          <ac:chgData name="Lucca Glessner" userId="94a36cc37384f3e2" providerId="LiveId" clId="{8BDDD60C-4056-4724-A64F-A554D4E92C6C}" dt="2025-12-28T21:29:34.198" v="609" actId="14100"/>
          <ac:spMkLst>
            <pc:docMk/>
            <pc:sldMk cId="692312304" sldId="261"/>
            <ac:spMk id="5" creationId="{91D92329-A0B3-52B3-DF5A-EA2E3B7BD0ED}"/>
          </ac:spMkLst>
        </pc:spChg>
        <pc:spChg chg="add mod ord">
          <ac:chgData name="Lucca Glessner" userId="94a36cc37384f3e2" providerId="LiveId" clId="{8BDDD60C-4056-4724-A64F-A554D4E92C6C}" dt="2025-12-30T14:38:00.018" v="5068" actId="1036"/>
          <ac:spMkLst>
            <pc:docMk/>
            <pc:sldMk cId="692312304" sldId="261"/>
            <ac:spMk id="6" creationId="{1A5709C1-B856-0459-0677-0F43CF5708B4}"/>
          </ac:spMkLst>
        </pc:spChg>
        <pc:spChg chg="mod">
          <ac:chgData name="Lucca Glessner" userId="94a36cc37384f3e2" providerId="LiveId" clId="{8BDDD60C-4056-4724-A64F-A554D4E92C6C}" dt="2025-12-30T15:23:31.575" v="5553" actId="1036"/>
          <ac:spMkLst>
            <pc:docMk/>
            <pc:sldMk cId="692312304" sldId="261"/>
            <ac:spMk id="11" creationId="{FE67BFB7-F57E-C340-A18E-76FBD468902C}"/>
          </ac:spMkLst>
        </pc:spChg>
        <pc:spChg chg="mod">
          <ac:chgData name="Lucca Glessner" userId="94a36cc37384f3e2" providerId="LiveId" clId="{8BDDD60C-4056-4724-A64F-A554D4E92C6C}" dt="2025-12-28T21:30:41.493" v="616" actId="20577"/>
          <ac:spMkLst>
            <pc:docMk/>
            <pc:sldMk cId="692312304" sldId="261"/>
            <ac:spMk id="13" creationId="{D4850D10-E25B-0649-A2AD-6539F4120019}"/>
          </ac:spMkLst>
        </pc:spChg>
        <pc:spChg chg="mod">
          <ac:chgData name="Lucca Glessner" userId="94a36cc37384f3e2" providerId="LiveId" clId="{8BDDD60C-4056-4724-A64F-A554D4E92C6C}" dt="2025-12-30T14:38:00.018" v="5068" actId="1036"/>
          <ac:spMkLst>
            <pc:docMk/>
            <pc:sldMk cId="692312304" sldId="261"/>
            <ac:spMk id="16" creationId="{6DA6B0CE-2D8A-8045-AA6A-A24C0A8D3198}"/>
          </ac:spMkLst>
        </pc:spChg>
        <pc:spChg chg="add mod">
          <ac:chgData name="Lucca Glessner" userId="94a36cc37384f3e2" providerId="LiveId" clId="{8BDDD60C-4056-4724-A64F-A554D4E92C6C}" dt="2025-12-28T21:29:25.456" v="607" actId="1038"/>
          <ac:spMkLst>
            <pc:docMk/>
            <pc:sldMk cId="692312304" sldId="261"/>
            <ac:spMk id="17" creationId="{87F3F1E2-1262-B343-8269-A74EC771246B}"/>
          </ac:spMkLst>
        </pc:spChg>
        <pc:spChg chg="mod">
          <ac:chgData name="Lucca Glessner" userId="94a36cc37384f3e2" providerId="LiveId" clId="{8BDDD60C-4056-4724-A64F-A554D4E92C6C}" dt="2025-12-30T15:21:22.417" v="5547" actId="1036"/>
          <ac:spMkLst>
            <pc:docMk/>
            <pc:sldMk cId="692312304" sldId="261"/>
            <ac:spMk id="18" creationId="{86B3A0FA-D157-0B4A-B310-C4F8A934DF8D}"/>
          </ac:spMkLst>
        </pc:spChg>
        <pc:spChg chg="mod">
          <ac:chgData name="Lucca Glessner" userId="94a36cc37384f3e2" providerId="LiveId" clId="{8BDDD60C-4056-4724-A64F-A554D4E92C6C}" dt="2025-12-30T14:38:03.294" v="5071" actId="1035"/>
          <ac:spMkLst>
            <pc:docMk/>
            <pc:sldMk cId="692312304" sldId="261"/>
            <ac:spMk id="19" creationId="{FEB6B617-1F73-6840-A471-75647312F051}"/>
          </ac:spMkLst>
        </pc:spChg>
        <pc:spChg chg="add mod">
          <ac:chgData name="Lucca Glessner" userId="94a36cc37384f3e2" providerId="LiveId" clId="{8BDDD60C-4056-4724-A64F-A554D4E92C6C}" dt="2025-12-30T15:28:10.958" v="5645" actId="1036"/>
          <ac:spMkLst>
            <pc:docMk/>
            <pc:sldMk cId="692312304" sldId="261"/>
            <ac:spMk id="23" creationId="{AA411838-0A02-E112-44B8-5FFD2748BDD5}"/>
          </ac:spMkLst>
        </pc:spChg>
        <pc:spChg chg="mod">
          <ac:chgData name="Lucca Glessner" userId="94a36cc37384f3e2" providerId="LiveId" clId="{8BDDD60C-4056-4724-A64F-A554D4E92C6C}" dt="2025-12-30T15:21:03.822" v="5538" actId="1035"/>
          <ac:spMkLst>
            <pc:docMk/>
            <pc:sldMk cId="692312304" sldId="261"/>
            <ac:spMk id="28" creationId="{FEB6B617-1F73-6840-A471-75647312F051}"/>
          </ac:spMkLst>
        </pc:spChg>
        <pc:spChg chg="mod">
          <ac:chgData name="Lucca Glessner" userId="94a36cc37384f3e2" providerId="LiveId" clId="{8BDDD60C-4056-4724-A64F-A554D4E92C6C}" dt="2025-12-30T15:11:59.375" v="5344" actId="1035"/>
          <ac:spMkLst>
            <pc:docMk/>
            <pc:sldMk cId="692312304" sldId="261"/>
            <ac:spMk id="31" creationId="{FEB6B617-1F73-6840-A471-75647312F051}"/>
          </ac:spMkLst>
        </pc:spChg>
        <pc:spChg chg="mod">
          <ac:chgData name="Lucca Glessner" userId="94a36cc37384f3e2" providerId="LiveId" clId="{8BDDD60C-4056-4724-A64F-A554D4E92C6C}" dt="2025-12-30T14:35:12.992" v="4976" actId="14100"/>
          <ac:spMkLst>
            <pc:docMk/>
            <pc:sldMk cId="692312304" sldId="261"/>
            <ac:spMk id="33" creationId="{6DA6B0CE-2D8A-8045-AA6A-A24C0A8D3198}"/>
          </ac:spMkLst>
        </pc:spChg>
        <pc:spChg chg="add del mod">
          <ac:chgData name="Lucca Glessner" userId="94a36cc37384f3e2" providerId="LiveId" clId="{8BDDD60C-4056-4724-A64F-A554D4E92C6C}" dt="2025-12-30T15:21:03.822" v="5538" actId="1035"/>
          <ac:spMkLst>
            <pc:docMk/>
            <pc:sldMk cId="692312304" sldId="261"/>
            <ac:spMk id="35" creationId="{0F71A3DD-553F-8B33-2C95-D4D9B2ED6163}"/>
          </ac:spMkLst>
        </pc:spChg>
        <pc:spChg chg="add mod ord">
          <ac:chgData name="Lucca Glessner" userId="94a36cc37384f3e2" providerId="LiveId" clId="{8BDDD60C-4056-4724-A64F-A554D4E92C6C}" dt="2025-12-30T15:21:03.822" v="5538" actId="1035"/>
          <ac:spMkLst>
            <pc:docMk/>
            <pc:sldMk cId="692312304" sldId="261"/>
            <ac:spMk id="36" creationId="{6BA3BFE6-E70D-B5A0-264E-5669F42404DC}"/>
          </ac:spMkLst>
        </pc:spChg>
        <pc:spChg chg="add mod ord">
          <ac:chgData name="Lucca Glessner" userId="94a36cc37384f3e2" providerId="LiveId" clId="{8BDDD60C-4056-4724-A64F-A554D4E92C6C}" dt="2025-12-30T15:21:03.822" v="5538" actId="1035"/>
          <ac:spMkLst>
            <pc:docMk/>
            <pc:sldMk cId="692312304" sldId="261"/>
            <ac:spMk id="37" creationId="{CBD2DB05-B693-D24A-50EA-2FFA713D6BC3}"/>
          </ac:spMkLst>
        </pc:spChg>
        <pc:spChg chg="add mod">
          <ac:chgData name="Lucca Glessner" userId="94a36cc37384f3e2" providerId="LiveId" clId="{8BDDD60C-4056-4724-A64F-A554D4E92C6C}" dt="2025-12-30T15:21:03.822" v="5538" actId="1035"/>
          <ac:spMkLst>
            <pc:docMk/>
            <pc:sldMk cId="692312304" sldId="261"/>
            <ac:spMk id="40" creationId="{9C576CD7-C412-B17D-51CB-EE583B26872C}"/>
          </ac:spMkLst>
        </pc:spChg>
        <pc:graphicFrameChg chg="add mod ord modGraphic">
          <ac:chgData name="Lucca Glessner" userId="94a36cc37384f3e2" providerId="LiveId" clId="{8BDDD60C-4056-4724-A64F-A554D4E92C6C}" dt="2025-12-30T15:28:01.951" v="5643" actId="14100"/>
          <ac:graphicFrameMkLst>
            <pc:docMk/>
            <pc:sldMk cId="692312304" sldId="261"/>
            <ac:graphicFrameMk id="41" creationId="{B580E3F4-4849-C5CC-7FE4-1B316895A20D}"/>
          </ac:graphicFrameMkLst>
        </pc:graphicFrameChg>
        <pc:picChg chg="add mod">
          <ac:chgData name="Lucca Glessner" userId="94a36cc37384f3e2" providerId="LiveId" clId="{8BDDD60C-4056-4724-A64F-A554D4E92C6C}" dt="2025-12-28T21:31:06.533" v="622" actId="1038"/>
          <ac:picMkLst>
            <pc:docMk/>
            <pc:sldMk cId="692312304" sldId="261"/>
            <ac:picMk id="10" creationId="{0C0CFF3F-C2DB-FD45-F607-79FD62CFD0F6}"/>
          </ac:picMkLst>
        </pc:picChg>
        <pc:picChg chg="add mod ord modCrop">
          <ac:chgData name="Lucca Glessner" userId="94a36cc37384f3e2" providerId="LiveId" clId="{8BDDD60C-4056-4724-A64F-A554D4E92C6C}" dt="2026-01-05T10:42:15.903" v="5648" actId="14826"/>
          <ac:picMkLst>
            <pc:docMk/>
            <pc:sldMk cId="692312304" sldId="261"/>
            <ac:picMk id="14" creationId="{21E60442-A19E-E197-28F3-4CAF3830E69A}"/>
          </ac:picMkLst>
        </pc:picChg>
        <pc:picChg chg="add mod">
          <ac:chgData name="Lucca Glessner" userId="94a36cc37384f3e2" providerId="LiveId" clId="{8BDDD60C-4056-4724-A64F-A554D4E92C6C}" dt="2026-01-05T10:42:22.192" v="5649" actId="14826"/>
          <ac:picMkLst>
            <pc:docMk/>
            <pc:sldMk cId="692312304" sldId="261"/>
            <ac:picMk id="21" creationId="{537B19DF-7545-F72C-DBA3-18ADE9A6FD03}"/>
          </ac:picMkLst>
        </pc:picChg>
        <pc:picChg chg="add mod ord">
          <ac:chgData name="Lucca Glessner" userId="94a36cc37384f3e2" providerId="LiveId" clId="{8BDDD60C-4056-4724-A64F-A554D4E92C6C}" dt="2025-12-30T15:21:03.822" v="5538" actId="1035"/>
          <ac:picMkLst>
            <pc:docMk/>
            <pc:sldMk cId="692312304" sldId="261"/>
            <ac:picMk id="25" creationId="{9EC1217C-F4AB-5195-D808-2C3D46C20F1F}"/>
          </ac:picMkLst>
        </pc:picChg>
        <pc:picChg chg="add mod ord">
          <ac:chgData name="Lucca Glessner" userId="94a36cc37384f3e2" providerId="LiveId" clId="{8BDDD60C-4056-4724-A64F-A554D4E92C6C}" dt="2025-12-30T15:21:03.822" v="5538" actId="1035"/>
          <ac:picMkLst>
            <pc:docMk/>
            <pc:sldMk cId="692312304" sldId="261"/>
            <ac:picMk id="29" creationId="{CAF46530-01AD-4014-C98A-384A4C07E61B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9C2E663-EE06-4D56-B6BF-F9D3D3BE63A1}" type="doc">
      <dgm:prSet loTypeId="urn:microsoft.com/office/officeart/2005/8/layout/chevron1" loCatId="process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0ECE626E-A3E9-4651-9B96-AFFC84F4BF56}">
      <dgm:prSet phldrT="[Text]" phldr="0" custT="1"/>
      <dgm:spPr>
        <a:solidFill>
          <a:srgbClr val="022541"/>
        </a:solidFill>
      </dgm:spPr>
      <dgm:t>
        <a:bodyPr/>
        <a:lstStyle/>
        <a:p>
          <a:r>
            <a:rPr lang="de-DE" sz="3100" b="1" dirty="0"/>
            <a:t>Datenbank durch einheitliches Datenschema</a:t>
          </a:r>
        </a:p>
        <a:p>
          <a:r>
            <a:rPr lang="de-DE" sz="3100" dirty="0"/>
            <a:t>hergestellt</a:t>
          </a:r>
        </a:p>
      </dgm:t>
    </dgm:pt>
    <dgm:pt modelId="{C5791A5E-8AD3-4FCF-B3CB-FF1DF1735EE5}" type="parTrans" cxnId="{0ABEF116-A8B7-4B04-8E01-D5BCB20DB53C}">
      <dgm:prSet/>
      <dgm:spPr/>
      <dgm:t>
        <a:bodyPr/>
        <a:lstStyle/>
        <a:p>
          <a:endParaRPr lang="de-DE" sz="3100"/>
        </a:p>
      </dgm:t>
    </dgm:pt>
    <dgm:pt modelId="{B13979CA-F6E5-4F93-AE5C-0A603B64507E}" type="sibTrans" cxnId="{0ABEF116-A8B7-4B04-8E01-D5BCB20DB53C}">
      <dgm:prSet/>
      <dgm:spPr/>
      <dgm:t>
        <a:bodyPr/>
        <a:lstStyle/>
        <a:p>
          <a:endParaRPr lang="de-DE" sz="3100"/>
        </a:p>
      </dgm:t>
    </dgm:pt>
    <dgm:pt modelId="{96887CF0-407F-4DA6-8106-27477314C244}">
      <dgm:prSet phldrT="[Text]" phldr="0" custT="1"/>
      <dgm:spPr>
        <a:solidFill>
          <a:srgbClr val="022541">
            <a:alpha val="85000"/>
          </a:srgbClr>
        </a:solidFill>
      </dgm:spPr>
      <dgm:t>
        <a:bodyPr/>
        <a:lstStyle/>
        <a:p>
          <a:r>
            <a:rPr lang="de-DE" sz="3100" b="1" dirty="0" err="1"/>
            <a:t>Preprocessing</a:t>
          </a:r>
          <a:r>
            <a:rPr lang="de-DE" sz="3100" b="1" dirty="0"/>
            <a:t> der</a:t>
          </a:r>
          <a:br>
            <a:rPr lang="de-DE" sz="3100" b="1" dirty="0"/>
          </a:br>
          <a:r>
            <a:rPr lang="de-DE" sz="3100" b="1" dirty="0"/>
            <a:t>Datenbasis</a:t>
          </a:r>
        </a:p>
        <a:p>
          <a:r>
            <a:rPr lang="de-DE" sz="3100" dirty="0"/>
            <a:t>durchführen</a:t>
          </a:r>
        </a:p>
      </dgm:t>
    </dgm:pt>
    <dgm:pt modelId="{A509734E-FD4E-429E-9618-EE8F7BA54C8E}" type="parTrans" cxnId="{224B396B-3D91-4675-B52E-CB891DFEF4F1}">
      <dgm:prSet/>
      <dgm:spPr/>
      <dgm:t>
        <a:bodyPr/>
        <a:lstStyle/>
        <a:p>
          <a:endParaRPr lang="de-DE" sz="3100"/>
        </a:p>
      </dgm:t>
    </dgm:pt>
    <dgm:pt modelId="{89DFB1D3-5A79-4FD3-A9DB-194F2F32098A}" type="sibTrans" cxnId="{224B396B-3D91-4675-B52E-CB891DFEF4F1}">
      <dgm:prSet/>
      <dgm:spPr/>
      <dgm:t>
        <a:bodyPr/>
        <a:lstStyle/>
        <a:p>
          <a:endParaRPr lang="de-DE" sz="3100"/>
        </a:p>
      </dgm:t>
    </dgm:pt>
    <dgm:pt modelId="{37526254-82F7-4EEE-9C31-FF670C8D4C41}">
      <dgm:prSet phldrT="[Text]" phldr="0" custT="1"/>
      <dgm:spPr>
        <a:solidFill>
          <a:srgbClr val="022541">
            <a:alpha val="70000"/>
          </a:srgbClr>
        </a:solidFill>
      </dgm:spPr>
      <dgm:t>
        <a:bodyPr/>
        <a:lstStyle/>
        <a:p>
          <a:r>
            <a:rPr lang="de-DE" sz="3100" b="1" dirty="0"/>
            <a:t>Self-</a:t>
          </a:r>
          <a:r>
            <a:rPr lang="de-DE" sz="3100" b="1" dirty="0" err="1"/>
            <a:t>Organizing</a:t>
          </a:r>
          <a:r>
            <a:rPr lang="de-DE" sz="3100" b="1" dirty="0"/>
            <a:t>-</a:t>
          </a:r>
          <a:r>
            <a:rPr lang="de-DE" sz="3100" b="1" dirty="0" err="1"/>
            <a:t>Map</a:t>
          </a:r>
          <a:endParaRPr lang="de-DE" sz="3100" b="1" dirty="0"/>
        </a:p>
        <a:p>
          <a:r>
            <a:rPr lang="de-DE" sz="3100" dirty="0"/>
            <a:t>implementieren</a:t>
          </a:r>
        </a:p>
      </dgm:t>
    </dgm:pt>
    <dgm:pt modelId="{CD2DC990-9CD7-419C-A0E2-ACC3CBDD9C37}" type="parTrans" cxnId="{72F15084-8989-4353-A089-9ECCB9DC5A5E}">
      <dgm:prSet/>
      <dgm:spPr/>
      <dgm:t>
        <a:bodyPr/>
        <a:lstStyle/>
        <a:p>
          <a:endParaRPr lang="de-DE" sz="3100"/>
        </a:p>
      </dgm:t>
    </dgm:pt>
    <dgm:pt modelId="{35FEE567-6C2B-4B3C-97D4-D1E8CCBAC617}" type="sibTrans" cxnId="{72F15084-8989-4353-A089-9ECCB9DC5A5E}">
      <dgm:prSet/>
      <dgm:spPr/>
      <dgm:t>
        <a:bodyPr/>
        <a:lstStyle/>
        <a:p>
          <a:endParaRPr lang="de-DE" sz="3100"/>
        </a:p>
      </dgm:t>
    </dgm:pt>
    <dgm:pt modelId="{D62BBF51-D908-4188-8724-08C2A6DED8D1}">
      <dgm:prSet phldrT="[Text]" phldr="0" custT="1"/>
      <dgm:spPr>
        <a:solidFill>
          <a:srgbClr val="022541">
            <a:alpha val="55000"/>
          </a:srgbClr>
        </a:solidFill>
      </dgm:spPr>
      <dgm:t>
        <a:bodyPr/>
        <a:lstStyle/>
        <a:p>
          <a:r>
            <a:rPr lang="de-DE" sz="3100" b="1" dirty="0" err="1"/>
            <a:t>Variational</a:t>
          </a:r>
          <a:r>
            <a:rPr lang="de-DE" sz="3100" b="1" dirty="0"/>
            <a:t> Autoencoder</a:t>
          </a:r>
        </a:p>
        <a:p>
          <a:r>
            <a:rPr lang="de-DE" sz="3100" dirty="0"/>
            <a:t>implementieren</a:t>
          </a:r>
        </a:p>
      </dgm:t>
    </dgm:pt>
    <dgm:pt modelId="{ACD44C97-AD0C-4F11-8C4F-4C5D036F1799}" type="parTrans" cxnId="{BA5250CF-41A8-45F4-B43C-7B94000B53FD}">
      <dgm:prSet/>
      <dgm:spPr/>
      <dgm:t>
        <a:bodyPr/>
        <a:lstStyle/>
        <a:p>
          <a:endParaRPr lang="de-DE" sz="3100"/>
        </a:p>
      </dgm:t>
    </dgm:pt>
    <dgm:pt modelId="{1BFA3AE2-485D-4C5F-9AEC-42EA5CD146C7}" type="sibTrans" cxnId="{BA5250CF-41A8-45F4-B43C-7B94000B53FD}">
      <dgm:prSet/>
      <dgm:spPr/>
      <dgm:t>
        <a:bodyPr/>
        <a:lstStyle/>
        <a:p>
          <a:endParaRPr lang="de-DE" sz="3100"/>
        </a:p>
      </dgm:t>
    </dgm:pt>
    <dgm:pt modelId="{2505D66E-9EF1-45EF-9827-80D58B555A9B}">
      <dgm:prSet custT="1"/>
      <dgm:spPr>
        <a:solidFill>
          <a:srgbClr val="022541">
            <a:alpha val="40000"/>
          </a:srgbClr>
        </a:solidFill>
      </dgm:spPr>
      <dgm:t>
        <a:bodyPr/>
        <a:lstStyle/>
        <a:p>
          <a:r>
            <a:rPr lang="de-DE" sz="3100" b="1" dirty="0"/>
            <a:t>Evaluation der</a:t>
          </a:r>
          <a:br>
            <a:rPr lang="de-DE" sz="3100" b="1" dirty="0"/>
          </a:br>
          <a:r>
            <a:rPr lang="de-DE" sz="3100" b="1" dirty="0"/>
            <a:t>Ergebnisse</a:t>
          </a:r>
        </a:p>
        <a:p>
          <a:r>
            <a:rPr lang="de-DE" sz="3100" dirty="0"/>
            <a:t>durchführen</a:t>
          </a:r>
        </a:p>
      </dgm:t>
    </dgm:pt>
    <dgm:pt modelId="{D6E21F9C-FD19-4A19-874F-962DC0714857}" type="parTrans" cxnId="{DFDCBB9B-ADA0-4A79-BC99-CF6D0E6505BB}">
      <dgm:prSet/>
      <dgm:spPr/>
      <dgm:t>
        <a:bodyPr/>
        <a:lstStyle/>
        <a:p>
          <a:endParaRPr lang="de-DE" sz="3100"/>
        </a:p>
      </dgm:t>
    </dgm:pt>
    <dgm:pt modelId="{4BF1EEFD-8360-4B18-AD2A-6425322C6C89}" type="sibTrans" cxnId="{DFDCBB9B-ADA0-4A79-BC99-CF6D0E6505BB}">
      <dgm:prSet/>
      <dgm:spPr/>
      <dgm:t>
        <a:bodyPr/>
        <a:lstStyle/>
        <a:p>
          <a:endParaRPr lang="de-DE" sz="3100"/>
        </a:p>
      </dgm:t>
    </dgm:pt>
    <dgm:pt modelId="{081E20C0-48CF-4909-83FA-BD8C4A78F16D}" type="pres">
      <dgm:prSet presAssocID="{39C2E663-EE06-4D56-B6BF-F9D3D3BE63A1}" presName="Name0" presStyleCnt="0">
        <dgm:presLayoutVars>
          <dgm:dir/>
          <dgm:animLvl val="lvl"/>
          <dgm:resizeHandles val="exact"/>
        </dgm:presLayoutVars>
      </dgm:prSet>
      <dgm:spPr/>
    </dgm:pt>
    <dgm:pt modelId="{8A46A9C8-AA8B-4D30-B7B0-C558AC7C0B28}" type="pres">
      <dgm:prSet presAssocID="{0ECE626E-A3E9-4651-9B96-AFFC84F4BF56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B9801FF2-1AC9-422D-8C0C-D71B703FA2B2}" type="pres">
      <dgm:prSet presAssocID="{B13979CA-F6E5-4F93-AE5C-0A603B64507E}" presName="parTxOnlySpace" presStyleCnt="0"/>
      <dgm:spPr/>
    </dgm:pt>
    <dgm:pt modelId="{6C231FB4-A69D-46B2-B21A-796BC41D7D44}" type="pres">
      <dgm:prSet presAssocID="{96887CF0-407F-4DA6-8106-27477314C244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1B9AF0BB-E1C1-4FEA-A947-E87F25B087B2}" type="pres">
      <dgm:prSet presAssocID="{89DFB1D3-5A79-4FD3-A9DB-194F2F32098A}" presName="parTxOnlySpace" presStyleCnt="0"/>
      <dgm:spPr/>
    </dgm:pt>
    <dgm:pt modelId="{4E46040F-CEBE-4CEF-BADE-004F416BDE58}" type="pres">
      <dgm:prSet presAssocID="{37526254-82F7-4EEE-9C31-FF670C8D4C41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AAB53A5A-62A4-4305-B1DF-08F874B0CF5A}" type="pres">
      <dgm:prSet presAssocID="{35FEE567-6C2B-4B3C-97D4-D1E8CCBAC617}" presName="parTxOnlySpace" presStyleCnt="0"/>
      <dgm:spPr/>
    </dgm:pt>
    <dgm:pt modelId="{F78CFB11-B4F5-4C51-AD1C-CD16FCD0D6A3}" type="pres">
      <dgm:prSet presAssocID="{D62BBF51-D908-4188-8724-08C2A6DED8D1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A3595E45-C014-4073-9E45-A7679C2AA471}" type="pres">
      <dgm:prSet presAssocID="{1BFA3AE2-485D-4C5F-9AEC-42EA5CD146C7}" presName="parTxOnlySpace" presStyleCnt="0"/>
      <dgm:spPr/>
    </dgm:pt>
    <dgm:pt modelId="{97B73900-3FC5-465A-A5CD-A412DD92B96C}" type="pres">
      <dgm:prSet presAssocID="{2505D66E-9EF1-45EF-9827-80D58B555A9B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5520170E-8889-4C55-A6C1-819C6383609C}" type="presOf" srcId="{39C2E663-EE06-4D56-B6BF-F9D3D3BE63A1}" destId="{081E20C0-48CF-4909-83FA-BD8C4A78F16D}" srcOrd="0" destOrd="0" presId="urn:microsoft.com/office/officeart/2005/8/layout/chevron1"/>
    <dgm:cxn modelId="{0ABEF116-A8B7-4B04-8E01-D5BCB20DB53C}" srcId="{39C2E663-EE06-4D56-B6BF-F9D3D3BE63A1}" destId="{0ECE626E-A3E9-4651-9B96-AFFC84F4BF56}" srcOrd="0" destOrd="0" parTransId="{C5791A5E-8AD3-4FCF-B3CB-FF1DF1735EE5}" sibTransId="{B13979CA-F6E5-4F93-AE5C-0A603B64507E}"/>
    <dgm:cxn modelId="{8B664D2B-214C-4475-A67A-A90CDBB6113F}" type="presOf" srcId="{37526254-82F7-4EEE-9C31-FF670C8D4C41}" destId="{4E46040F-CEBE-4CEF-BADE-004F416BDE58}" srcOrd="0" destOrd="0" presId="urn:microsoft.com/office/officeart/2005/8/layout/chevron1"/>
    <dgm:cxn modelId="{4F4A4132-E051-4748-B99A-38AB6882F59D}" type="presOf" srcId="{D62BBF51-D908-4188-8724-08C2A6DED8D1}" destId="{F78CFB11-B4F5-4C51-AD1C-CD16FCD0D6A3}" srcOrd="0" destOrd="0" presId="urn:microsoft.com/office/officeart/2005/8/layout/chevron1"/>
    <dgm:cxn modelId="{224B396B-3D91-4675-B52E-CB891DFEF4F1}" srcId="{39C2E663-EE06-4D56-B6BF-F9D3D3BE63A1}" destId="{96887CF0-407F-4DA6-8106-27477314C244}" srcOrd="1" destOrd="0" parTransId="{A509734E-FD4E-429E-9618-EE8F7BA54C8E}" sibTransId="{89DFB1D3-5A79-4FD3-A9DB-194F2F32098A}"/>
    <dgm:cxn modelId="{72F15084-8989-4353-A089-9ECCB9DC5A5E}" srcId="{39C2E663-EE06-4D56-B6BF-F9D3D3BE63A1}" destId="{37526254-82F7-4EEE-9C31-FF670C8D4C41}" srcOrd="2" destOrd="0" parTransId="{CD2DC990-9CD7-419C-A0E2-ACC3CBDD9C37}" sibTransId="{35FEE567-6C2B-4B3C-97D4-D1E8CCBAC617}"/>
    <dgm:cxn modelId="{DFDCBB9B-ADA0-4A79-BC99-CF6D0E6505BB}" srcId="{39C2E663-EE06-4D56-B6BF-F9D3D3BE63A1}" destId="{2505D66E-9EF1-45EF-9827-80D58B555A9B}" srcOrd="4" destOrd="0" parTransId="{D6E21F9C-FD19-4A19-874F-962DC0714857}" sibTransId="{4BF1EEFD-8360-4B18-AD2A-6425322C6C89}"/>
    <dgm:cxn modelId="{F5EE01B5-6726-49AE-AC2A-1623B37E2C0A}" type="presOf" srcId="{96887CF0-407F-4DA6-8106-27477314C244}" destId="{6C231FB4-A69D-46B2-B21A-796BC41D7D44}" srcOrd="0" destOrd="0" presId="urn:microsoft.com/office/officeart/2005/8/layout/chevron1"/>
    <dgm:cxn modelId="{BA5250CF-41A8-45F4-B43C-7B94000B53FD}" srcId="{39C2E663-EE06-4D56-B6BF-F9D3D3BE63A1}" destId="{D62BBF51-D908-4188-8724-08C2A6DED8D1}" srcOrd="3" destOrd="0" parTransId="{ACD44C97-AD0C-4F11-8C4F-4C5D036F1799}" sibTransId="{1BFA3AE2-485D-4C5F-9AEC-42EA5CD146C7}"/>
    <dgm:cxn modelId="{01E71AD8-5D3A-4041-8A31-9EE1557D153E}" type="presOf" srcId="{0ECE626E-A3E9-4651-9B96-AFFC84F4BF56}" destId="{8A46A9C8-AA8B-4D30-B7B0-C558AC7C0B28}" srcOrd="0" destOrd="0" presId="urn:microsoft.com/office/officeart/2005/8/layout/chevron1"/>
    <dgm:cxn modelId="{9E5680DE-78AA-4410-ABA7-4A2F9E0249E9}" type="presOf" srcId="{2505D66E-9EF1-45EF-9827-80D58B555A9B}" destId="{97B73900-3FC5-465A-A5CD-A412DD92B96C}" srcOrd="0" destOrd="0" presId="urn:microsoft.com/office/officeart/2005/8/layout/chevron1"/>
    <dgm:cxn modelId="{B860B883-8F54-4648-92E1-A14CDDC06B4C}" type="presParOf" srcId="{081E20C0-48CF-4909-83FA-BD8C4A78F16D}" destId="{8A46A9C8-AA8B-4D30-B7B0-C558AC7C0B28}" srcOrd="0" destOrd="0" presId="urn:microsoft.com/office/officeart/2005/8/layout/chevron1"/>
    <dgm:cxn modelId="{E2E8580A-5E4C-4435-9127-AEE0B51E0BCF}" type="presParOf" srcId="{081E20C0-48CF-4909-83FA-BD8C4A78F16D}" destId="{B9801FF2-1AC9-422D-8C0C-D71B703FA2B2}" srcOrd="1" destOrd="0" presId="urn:microsoft.com/office/officeart/2005/8/layout/chevron1"/>
    <dgm:cxn modelId="{78F51FBF-52C3-46A3-A1ED-D7ADA5D532EC}" type="presParOf" srcId="{081E20C0-48CF-4909-83FA-BD8C4A78F16D}" destId="{6C231FB4-A69D-46B2-B21A-796BC41D7D44}" srcOrd="2" destOrd="0" presId="urn:microsoft.com/office/officeart/2005/8/layout/chevron1"/>
    <dgm:cxn modelId="{DD2C4CB5-E8EB-4836-88EB-CCEF26915800}" type="presParOf" srcId="{081E20C0-48CF-4909-83FA-BD8C4A78F16D}" destId="{1B9AF0BB-E1C1-4FEA-A947-E87F25B087B2}" srcOrd="3" destOrd="0" presId="urn:microsoft.com/office/officeart/2005/8/layout/chevron1"/>
    <dgm:cxn modelId="{3326696C-7C84-4FBA-9D0F-FC2F590488AE}" type="presParOf" srcId="{081E20C0-48CF-4909-83FA-BD8C4A78F16D}" destId="{4E46040F-CEBE-4CEF-BADE-004F416BDE58}" srcOrd="4" destOrd="0" presId="urn:microsoft.com/office/officeart/2005/8/layout/chevron1"/>
    <dgm:cxn modelId="{F3AC339C-0221-4500-A692-3070B74F68BC}" type="presParOf" srcId="{081E20C0-48CF-4909-83FA-BD8C4A78F16D}" destId="{AAB53A5A-62A4-4305-B1DF-08F874B0CF5A}" srcOrd="5" destOrd="0" presId="urn:microsoft.com/office/officeart/2005/8/layout/chevron1"/>
    <dgm:cxn modelId="{EC3719D6-4287-4964-A965-B82C012F51B6}" type="presParOf" srcId="{081E20C0-48CF-4909-83FA-BD8C4A78F16D}" destId="{F78CFB11-B4F5-4C51-AD1C-CD16FCD0D6A3}" srcOrd="6" destOrd="0" presId="urn:microsoft.com/office/officeart/2005/8/layout/chevron1"/>
    <dgm:cxn modelId="{B8441199-06CB-4012-B175-242D44F83FC5}" type="presParOf" srcId="{081E20C0-48CF-4909-83FA-BD8C4A78F16D}" destId="{A3595E45-C014-4073-9E45-A7679C2AA471}" srcOrd="7" destOrd="0" presId="urn:microsoft.com/office/officeart/2005/8/layout/chevron1"/>
    <dgm:cxn modelId="{B26123BC-620E-4FD6-9C4B-40FE005104CA}" type="presParOf" srcId="{081E20C0-48CF-4909-83FA-BD8C4A78F16D}" destId="{97B73900-3FC5-465A-A5CD-A412DD92B96C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46A9C8-AA8B-4D30-B7B0-C558AC7C0B28}">
      <dsp:nvSpPr>
        <dsp:cNvPr id="0" name=""/>
        <dsp:cNvSpPr/>
      </dsp:nvSpPr>
      <dsp:spPr>
        <a:xfrm>
          <a:off x="6373" y="5922260"/>
          <a:ext cx="5672617" cy="2269046"/>
        </a:xfrm>
        <a:prstGeom prst="chevron">
          <a:avLst/>
        </a:prstGeom>
        <a:solidFill>
          <a:srgbClr val="022541"/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24016" tIns="41339" rIns="41339" bIns="41339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100" b="1" kern="1200" dirty="0"/>
            <a:t>Datenbank durch einheitliches Datenschema</a:t>
          </a:r>
        </a:p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100" kern="1200" dirty="0"/>
            <a:t>hergestellt</a:t>
          </a:r>
        </a:p>
      </dsp:txBody>
      <dsp:txXfrm>
        <a:off x="1140896" y="5922260"/>
        <a:ext cx="3403571" cy="2269046"/>
      </dsp:txXfrm>
    </dsp:sp>
    <dsp:sp modelId="{6C231FB4-A69D-46B2-B21A-796BC41D7D44}">
      <dsp:nvSpPr>
        <dsp:cNvPr id="0" name=""/>
        <dsp:cNvSpPr/>
      </dsp:nvSpPr>
      <dsp:spPr>
        <a:xfrm>
          <a:off x="5111729" y="5922260"/>
          <a:ext cx="5672617" cy="2269046"/>
        </a:xfrm>
        <a:prstGeom prst="chevron">
          <a:avLst/>
        </a:prstGeom>
        <a:solidFill>
          <a:srgbClr val="022541">
            <a:alpha val="85000"/>
          </a:srgb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24016" tIns="41339" rIns="41339" bIns="41339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100" b="1" kern="1200" dirty="0" err="1"/>
            <a:t>Preprocessing</a:t>
          </a:r>
          <a:r>
            <a:rPr lang="de-DE" sz="3100" b="1" kern="1200" dirty="0"/>
            <a:t> der</a:t>
          </a:r>
          <a:br>
            <a:rPr lang="de-DE" sz="3100" b="1" kern="1200" dirty="0"/>
          </a:br>
          <a:r>
            <a:rPr lang="de-DE" sz="3100" b="1" kern="1200" dirty="0"/>
            <a:t>Datenbasis</a:t>
          </a:r>
        </a:p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100" kern="1200" dirty="0"/>
            <a:t>durchführen</a:t>
          </a:r>
        </a:p>
      </dsp:txBody>
      <dsp:txXfrm>
        <a:off x="6246252" y="5922260"/>
        <a:ext cx="3403571" cy="2269046"/>
      </dsp:txXfrm>
    </dsp:sp>
    <dsp:sp modelId="{4E46040F-CEBE-4CEF-BADE-004F416BDE58}">
      <dsp:nvSpPr>
        <dsp:cNvPr id="0" name=""/>
        <dsp:cNvSpPr/>
      </dsp:nvSpPr>
      <dsp:spPr>
        <a:xfrm>
          <a:off x="10217084" y="5922260"/>
          <a:ext cx="5672617" cy="2269046"/>
        </a:xfrm>
        <a:prstGeom prst="chevron">
          <a:avLst/>
        </a:prstGeom>
        <a:solidFill>
          <a:srgbClr val="022541">
            <a:alpha val="70000"/>
          </a:srgb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24016" tIns="41339" rIns="41339" bIns="41339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100" b="1" kern="1200" dirty="0"/>
            <a:t>Self-</a:t>
          </a:r>
          <a:r>
            <a:rPr lang="de-DE" sz="3100" b="1" kern="1200" dirty="0" err="1"/>
            <a:t>Organizing</a:t>
          </a:r>
          <a:r>
            <a:rPr lang="de-DE" sz="3100" b="1" kern="1200" dirty="0"/>
            <a:t>-</a:t>
          </a:r>
          <a:r>
            <a:rPr lang="de-DE" sz="3100" b="1" kern="1200" dirty="0" err="1"/>
            <a:t>Map</a:t>
          </a:r>
          <a:endParaRPr lang="de-DE" sz="3100" b="1" kern="1200" dirty="0"/>
        </a:p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100" kern="1200" dirty="0"/>
            <a:t>implementieren</a:t>
          </a:r>
        </a:p>
      </dsp:txBody>
      <dsp:txXfrm>
        <a:off x="11351607" y="5922260"/>
        <a:ext cx="3403571" cy="2269046"/>
      </dsp:txXfrm>
    </dsp:sp>
    <dsp:sp modelId="{F78CFB11-B4F5-4C51-AD1C-CD16FCD0D6A3}">
      <dsp:nvSpPr>
        <dsp:cNvPr id="0" name=""/>
        <dsp:cNvSpPr/>
      </dsp:nvSpPr>
      <dsp:spPr>
        <a:xfrm>
          <a:off x="15322439" y="5922260"/>
          <a:ext cx="5672617" cy="2269046"/>
        </a:xfrm>
        <a:prstGeom prst="chevron">
          <a:avLst/>
        </a:prstGeom>
        <a:solidFill>
          <a:srgbClr val="022541">
            <a:alpha val="55000"/>
          </a:srgb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24016" tIns="41339" rIns="41339" bIns="41339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100" b="1" kern="1200" dirty="0" err="1"/>
            <a:t>Variational</a:t>
          </a:r>
          <a:r>
            <a:rPr lang="de-DE" sz="3100" b="1" kern="1200" dirty="0"/>
            <a:t> Autoencoder</a:t>
          </a:r>
        </a:p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100" kern="1200" dirty="0"/>
            <a:t>implementieren</a:t>
          </a:r>
        </a:p>
      </dsp:txBody>
      <dsp:txXfrm>
        <a:off x="16456962" y="5922260"/>
        <a:ext cx="3403571" cy="2269046"/>
      </dsp:txXfrm>
    </dsp:sp>
    <dsp:sp modelId="{97B73900-3FC5-465A-A5CD-A412DD92B96C}">
      <dsp:nvSpPr>
        <dsp:cNvPr id="0" name=""/>
        <dsp:cNvSpPr/>
      </dsp:nvSpPr>
      <dsp:spPr>
        <a:xfrm>
          <a:off x="20427795" y="5922260"/>
          <a:ext cx="5672617" cy="2269046"/>
        </a:xfrm>
        <a:prstGeom prst="chevron">
          <a:avLst/>
        </a:prstGeom>
        <a:solidFill>
          <a:srgbClr val="022541">
            <a:alpha val="40000"/>
          </a:srgb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24016" tIns="41339" rIns="41339" bIns="41339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100" b="1" kern="1200" dirty="0"/>
            <a:t>Evaluation der</a:t>
          </a:r>
          <a:br>
            <a:rPr lang="de-DE" sz="3100" b="1" kern="1200" dirty="0"/>
          </a:br>
          <a:r>
            <a:rPr lang="de-DE" sz="3100" b="1" kern="1200" dirty="0"/>
            <a:t>Ergebnisse</a:t>
          </a:r>
        </a:p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100" kern="1200" dirty="0"/>
            <a:t>durchführen</a:t>
          </a:r>
        </a:p>
      </dsp:txBody>
      <dsp:txXfrm>
        <a:off x="21562318" y="5922260"/>
        <a:ext cx="3403571" cy="226904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023992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3A779C4D-4791-4D59-8DC6-E8AFFE904828}" type="datetimeFigureOut">
              <a:rPr lang="de-DE" smtClean="0"/>
              <a:t>05.01.2026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023992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24ECEF44-CAAA-4BD8-BB4A-3FBF15456D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8527882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D74C8CEE-EA98-4BE2-B5DF-BF93C5D16FF5}" type="datetimeFigureOut">
              <a:rPr lang="de-DE" smtClean="0"/>
              <a:t>05.01.2026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0450" y="1279525"/>
            <a:ext cx="24431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80623C6D-1132-49D9-8AA2-BA270449FE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1977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92879" rtl="0" eaLnBrk="1" latinLnBrk="0" hangingPunct="1">
      <a:defRPr sz="1696" kern="1200">
        <a:solidFill>
          <a:schemeClr val="tx1"/>
        </a:solidFill>
        <a:latin typeface="+mn-lt"/>
        <a:ea typeface="+mn-ea"/>
        <a:cs typeface="+mn-cs"/>
      </a:defRPr>
    </a:lvl1pPr>
    <a:lvl2pPr marL="646441" algn="l" defTabSz="1292879" rtl="0" eaLnBrk="1" latinLnBrk="0" hangingPunct="1">
      <a:defRPr sz="1696" kern="1200">
        <a:solidFill>
          <a:schemeClr val="tx1"/>
        </a:solidFill>
        <a:latin typeface="+mn-lt"/>
        <a:ea typeface="+mn-ea"/>
        <a:cs typeface="+mn-cs"/>
      </a:defRPr>
    </a:lvl2pPr>
    <a:lvl3pPr marL="1292879" algn="l" defTabSz="1292879" rtl="0" eaLnBrk="1" latinLnBrk="0" hangingPunct="1">
      <a:defRPr sz="1696" kern="1200">
        <a:solidFill>
          <a:schemeClr val="tx1"/>
        </a:solidFill>
        <a:latin typeface="+mn-lt"/>
        <a:ea typeface="+mn-ea"/>
        <a:cs typeface="+mn-cs"/>
      </a:defRPr>
    </a:lvl3pPr>
    <a:lvl4pPr marL="1939320" algn="l" defTabSz="1292879" rtl="0" eaLnBrk="1" latinLnBrk="0" hangingPunct="1">
      <a:defRPr sz="1696" kern="1200">
        <a:solidFill>
          <a:schemeClr val="tx1"/>
        </a:solidFill>
        <a:latin typeface="+mn-lt"/>
        <a:ea typeface="+mn-ea"/>
        <a:cs typeface="+mn-cs"/>
      </a:defRPr>
    </a:lvl4pPr>
    <a:lvl5pPr marL="2585764" algn="l" defTabSz="1292879" rtl="0" eaLnBrk="1" latinLnBrk="0" hangingPunct="1">
      <a:defRPr sz="1696" kern="1200">
        <a:solidFill>
          <a:schemeClr val="tx1"/>
        </a:solidFill>
        <a:latin typeface="+mn-lt"/>
        <a:ea typeface="+mn-ea"/>
        <a:cs typeface="+mn-cs"/>
      </a:defRPr>
    </a:lvl5pPr>
    <a:lvl6pPr marL="3232205" algn="l" defTabSz="1292879" rtl="0" eaLnBrk="1" latinLnBrk="0" hangingPunct="1">
      <a:defRPr sz="1696" kern="1200">
        <a:solidFill>
          <a:schemeClr val="tx1"/>
        </a:solidFill>
        <a:latin typeface="+mn-lt"/>
        <a:ea typeface="+mn-ea"/>
        <a:cs typeface="+mn-cs"/>
      </a:defRPr>
    </a:lvl6pPr>
    <a:lvl7pPr marL="3878642" algn="l" defTabSz="1292879" rtl="0" eaLnBrk="1" latinLnBrk="0" hangingPunct="1">
      <a:defRPr sz="1696" kern="1200">
        <a:solidFill>
          <a:schemeClr val="tx1"/>
        </a:solidFill>
        <a:latin typeface="+mn-lt"/>
        <a:ea typeface="+mn-ea"/>
        <a:cs typeface="+mn-cs"/>
      </a:defRPr>
    </a:lvl7pPr>
    <a:lvl8pPr marL="4525088" algn="l" defTabSz="1292879" rtl="0" eaLnBrk="1" latinLnBrk="0" hangingPunct="1">
      <a:defRPr sz="1696" kern="1200">
        <a:solidFill>
          <a:schemeClr val="tx1"/>
        </a:solidFill>
        <a:latin typeface="+mn-lt"/>
        <a:ea typeface="+mn-ea"/>
        <a:cs typeface="+mn-cs"/>
      </a:defRPr>
    </a:lvl8pPr>
    <a:lvl9pPr marL="5171526" algn="l" defTabSz="1292879" rtl="0" eaLnBrk="1" latinLnBrk="0" hangingPunct="1">
      <a:defRPr sz="169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TWK, Allgemein– gel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platzhalter 12">
            <a:extLst>
              <a:ext uri="{FF2B5EF4-FFF2-40B4-BE49-F238E27FC236}">
                <a16:creationId xmlns:a16="http://schemas.microsoft.com/office/drawing/2014/main" id="{400ECF82-A47C-8047-9D09-E2A6123FB626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976366" y="39566296"/>
            <a:ext cx="18650072" cy="1493769"/>
          </a:xfrm>
          <a:noFill/>
        </p:spPr>
        <p:txBody>
          <a:bodyPr wrap="none" lIns="0" tIns="72000" rIns="144000" bIns="144000" numCol="1">
            <a:noAutofit/>
          </a:bodyPr>
          <a:lstStyle>
            <a:lvl1pPr marL="216000" marR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1952625" algn="l"/>
              </a:tabLst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marL="0" marR="0" lvl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Mastertextformat bearbeiten
Zweite Ebene
Dritte Ebene
Vierte Ebene
Fünfte Ebene</a:t>
            </a:r>
          </a:p>
          <a:p>
            <a:pPr lvl="0"/>
            <a:endParaRPr lang="de-DE" dirty="0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A1391A77-18DE-4F2C-9112-C23000799E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207288" y="23460661"/>
            <a:ext cx="8226303" cy="8226303"/>
          </a:xfrm>
        </p:spPr>
        <p:txBody>
          <a:bodyPr anchor="ctr" anchorCtr="0"/>
          <a:lstStyle>
            <a:lvl1pPr algn="ctr">
              <a:defRPr sz="3911"/>
            </a:lvl1pPr>
          </a:lstStyle>
          <a:p>
            <a:r>
              <a:rPr lang="de-DE" dirty="0"/>
              <a:t>Bitte Bild einfügen</a:t>
            </a:r>
          </a:p>
        </p:txBody>
      </p:sp>
      <p:sp>
        <p:nvSpPr>
          <p:cNvPr id="41" name="Bildplatzhalter 10">
            <a:extLst>
              <a:ext uri="{FF2B5EF4-FFF2-40B4-BE49-F238E27FC236}">
                <a16:creationId xmlns:a16="http://schemas.microsoft.com/office/drawing/2014/main" id="{CBAE7DA1-466A-9941-87C4-65F57799D8BC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19752670" y="23460661"/>
            <a:ext cx="8226303" cy="8226303"/>
          </a:xfrm>
        </p:spPr>
        <p:txBody>
          <a:bodyPr anchor="ctr" anchorCtr="0"/>
          <a:lstStyle>
            <a:lvl1pPr algn="ctr">
              <a:defRPr sz="3911"/>
            </a:lvl1pPr>
          </a:lstStyle>
          <a:p>
            <a:r>
              <a:rPr lang="de-DE" dirty="0"/>
              <a:t>Bitte Bild einfügen</a:t>
            </a:r>
          </a:p>
        </p:txBody>
      </p:sp>
      <p:sp>
        <p:nvSpPr>
          <p:cNvPr id="40" name="Bildplatzhalter 10">
            <a:extLst>
              <a:ext uri="{FF2B5EF4-FFF2-40B4-BE49-F238E27FC236}">
                <a16:creationId xmlns:a16="http://schemas.microsoft.com/office/drawing/2014/main" id="{C5BF3E46-9183-4B4C-872D-F9405BAF3E5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10983686" y="23472722"/>
            <a:ext cx="8226303" cy="8226303"/>
          </a:xfrm>
        </p:spPr>
        <p:txBody>
          <a:bodyPr anchor="ctr" anchorCtr="0"/>
          <a:lstStyle>
            <a:lvl1pPr algn="ctr">
              <a:defRPr sz="3911"/>
            </a:lvl1pPr>
          </a:lstStyle>
          <a:p>
            <a:r>
              <a:rPr lang="de-DE" dirty="0"/>
              <a:t>Bitte Bild einfügen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258019" y="4840041"/>
            <a:ext cx="17310208" cy="4312179"/>
          </a:xfrm>
        </p:spPr>
        <p:txBody>
          <a:bodyPr/>
          <a:lstStyle>
            <a:lvl1pPr algn="l">
              <a:lnSpc>
                <a:spcPct val="90000"/>
              </a:lnSpc>
              <a:defRPr sz="88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DF4398A2-1D4B-4BB9-A768-E835998FDAB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91901" y="32954514"/>
            <a:ext cx="25809875" cy="6149805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 numCol="4"/>
          <a:lstStyle>
            <a:lvl1pPr marL="0" marR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marL="0" marR="0" lvl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" name="Textplatzhalter 12">
            <a:extLst>
              <a:ext uri="{FF2B5EF4-FFF2-40B4-BE49-F238E27FC236}">
                <a16:creationId xmlns:a16="http://schemas.microsoft.com/office/drawing/2014/main" id="{42B69A25-D9CE-43B6-86F3-AE03F882DD5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1898292" y="10476343"/>
            <a:ext cx="6090421" cy="12797745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/>
          <a:lstStyle>
            <a:lvl1pPr>
              <a:lnSpc>
                <a:spcPct val="105000"/>
              </a:lnSpc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EB7E143E-953E-F243-9296-69684E960E7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160488" y="10451516"/>
            <a:ext cx="12835090" cy="6504116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 numCol="2"/>
          <a:lstStyle>
            <a:lvl1pPr>
              <a:lnSpc>
                <a:spcPct val="105000"/>
              </a:lnSpc>
              <a:defRPr sz="32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6" name="Textplatzhalter 12">
            <a:extLst>
              <a:ext uri="{FF2B5EF4-FFF2-40B4-BE49-F238E27FC236}">
                <a16:creationId xmlns:a16="http://schemas.microsoft.com/office/drawing/2014/main" id="{92B181E8-0812-1F42-AEBF-17C1709BED4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5404750" y="10453569"/>
            <a:ext cx="6090421" cy="12797745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/>
          <a:lstStyle>
            <a:lvl1pPr>
              <a:lnSpc>
                <a:spcPct val="105000"/>
              </a:lnSpc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20" name="Textplatzhalter 12">
            <a:extLst>
              <a:ext uri="{FF2B5EF4-FFF2-40B4-BE49-F238E27FC236}">
                <a16:creationId xmlns:a16="http://schemas.microsoft.com/office/drawing/2014/main" id="{4BB2761F-36C0-1D45-B14A-5DC3E90789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207288" y="31939724"/>
            <a:ext cx="12772117" cy="775390"/>
          </a:xfr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ysClr val="windowText" lastClr="000000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Diskussion</a:t>
            </a:r>
          </a:p>
        </p:txBody>
      </p:sp>
      <p:sp>
        <p:nvSpPr>
          <p:cNvPr id="26" name="Textplatzhalter 12">
            <a:extLst>
              <a:ext uri="{FF2B5EF4-FFF2-40B4-BE49-F238E27FC236}">
                <a16:creationId xmlns:a16="http://schemas.microsoft.com/office/drawing/2014/main" id="{910E0DE1-8132-0848-BEAE-037E4329DDD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160489" y="18249725"/>
            <a:ext cx="12835090" cy="4986050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 numCol="1"/>
          <a:lstStyle>
            <a:lvl1pPr>
              <a:lnSpc>
                <a:spcPct val="105000"/>
              </a:lnSpc>
              <a:defRPr sz="32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27" name="Textplatzhalter 12">
            <a:extLst>
              <a:ext uri="{FF2B5EF4-FFF2-40B4-BE49-F238E27FC236}">
                <a16:creationId xmlns:a16="http://schemas.microsoft.com/office/drawing/2014/main" id="{7EB4064E-AE28-0340-A2C4-8791B2D40E8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0299987" y="4840041"/>
            <a:ext cx="7701789" cy="2049842"/>
          </a:xfrm>
        </p:spPr>
        <p:txBody>
          <a:bodyPr lIns="144000" tIns="144000" numCol="1"/>
          <a:lstStyle>
            <a:lvl1pPr>
              <a:lnSpc>
                <a:spcPct val="105000"/>
              </a:lnSpc>
              <a:defRPr sz="3600"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Name der Mitarbeiter</a:t>
            </a:r>
          </a:p>
        </p:txBody>
      </p:sp>
      <p:sp>
        <p:nvSpPr>
          <p:cNvPr id="30" name="Bildplatzhalter 6">
            <a:extLst>
              <a:ext uri="{FF2B5EF4-FFF2-40B4-BE49-F238E27FC236}">
                <a16:creationId xmlns:a16="http://schemas.microsoft.com/office/drawing/2014/main" id="{A3CF73C4-6A9B-AB46-B547-D885FBAF12C6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20299987" y="7245572"/>
            <a:ext cx="7678986" cy="1906648"/>
          </a:xfrm>
        </p:spPr>
        <p:txBody>
          <a:bodyPr/>
          <a:lstStyle>
            <a:lvl1pPr>
              <a:defRPr sz="2800"/>
            </a:lvl1pPr>
          </a:lstStyle>
          <a:p>
            <a:r>
              <a:rPr lang="de-DE" dirty="0"/>
              <a:t>Logo (optional)</a:t>
            </a:r>
          </a:p>
        </p:txBody>
      </p:sp>
      <p:sp>
        <p:nvSpPr>
          <p:cNvPr id="31" name="Textplatzhalter 12">
            <a:extLst>
              <a:ext uri="{FF2B5EF4-FFF2-40B4-BE49-F238E27FC236}">
                <a16:creationId xmlns:a16="http://schemas.microsoft.com/office/drawing/2014/main" id="{D7D5AE06-2103-B842-8AF7-791F50FDCEB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191901" y="30911574"/>
            <a:ext cx="792453" cy="775390"/>
          </a:xfr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numCol="1" anchor="ctr"/>
          <a:lstStyle>
            <a:lvl1pPr algn="ctr">
              <a:lnSpc>
                <a:spcPct val="105000"/>
              </a:lnSpc>
              <a:defRPr sz="4800">
                <a:solidFill>
                  <a:sysClr val="windowText" lastClr="000000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32" name="Textplatzhalter 12">
            <a:extLst>
              <a:ext uri="{FF2B5EF4-FFF2-40B4-BE49-F238E27FC236}">
                <a16:creationId xmlns:a16="http://schemas.microsoft.com/office/drawing/2014/main" id="{CA251D63-15F1-A544-84EB-319F995194E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0976272" y="30923635"/>
            <a:ext cx="792453" cy="775390"/>
          </a:xfr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numCol="1" anchor="ctr"/>
          <a:lstStyle>
            <a:lvl1pPr algn="ctr">
              <a:lnSpc>
                <a:spcPct val="105000"/>
              </a:lnSpc>
              <a:defRPr sz="4800">
                <a:solidFill>
                  <a:sysClr val="windowText" lastClr="000000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02</a:t>
            </a:r>
          </a:p>
        </p:txBody>
      </p:sp>
      <p:sp>
        <p:nvSpPr>
          <p:cNvPr id="33" name="Textplatzhalter 12">
            <a:extLst>
              <a:ext uri="{FF2B5EF4-FFF2-40B4-BE49-F238E27FC236}">
                <a16:creationId xmlns:a16="http://schemas.microsoft.com/office/drawing/2014/main" id="{F9029AED-CA9D-4342-8E55-5BE4B223C0C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9745498" y="30911574"/>
            <a:ext cx="792453" cy="775390"/>
          </a:xfr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numCol="1" anchor="ctr"/>
          <a:lstStyle>
            <a:lvl1pPr algn="ctr">
              <a:lnSpc>
                <a:spcPct val="105000"/>
              </a:lnSpc>
              <a:defRPr sz="4800">
                <a:solidFill>
                  <a:sysClr val="windowText" lastClr="000000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03</a:t>
            </a:r>
          </a:p>
        </p:txBody>
      </p:sp>
      <p:sp>
        <p:nvSpPr>
          <p:cNvPr id="42" name="Textplatzhalter 12">
            <a:extLst>
              <a:ext uri="{FF2B5EF4-FFF2-40B4-BE49-F238E27FC236}">
                <a16:creationId xmlns:a16="http://schemas.microsoft.com/office/drawing/2014/main" id="{D7133B78-7296-9346-B867-35ECBEC48FC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160488" y="17255194"/>
            <a:ext cx="12835090" cy="775390"/>
          </a:xfr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ysClr val="windowText" lastClr="000000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43" name="Textplatzhalter 12">
            <a:extLst>
              <a:ext uri="{FF2B5EF4-FFF2-40B4-BE49-F238E27FC236}">
                <a16:creationId xmlns:a16="http://schemas.microsoft.com/office/drawing/2014/main" id="{7CF9F7A0-9A85-9343-844E-03A1547B75C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160488" y="9507909"/>
            <a:ext cx="12835090" cy="775390"/>
          </a:xfr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ysClr val="windowText" lastClr="000000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44" name="Textplatzhalter 12">
            <a:extLst>
              <a:ext uri="{FF2B5EF4-FFF2-40B4-BE49-F238E27FC236}">
                <a16:creationId xmlns:a16="http://schemas.microsoft.com/office/drawing/2014/main" id="{236D74F0-8DF2-2A45-9960-46BA71F3472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5404750" y="9507909"/>
            <a:ext cx="6090421" cy="775390"/>
          </a:xfr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ysClr val="windowText" lastClr="000000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45" name="Textplatzhalter 12">
            <a:extLst>
              <a:ext uri="{FF2B5EF4-FFF2-40B4-BE49-F238E27FC236}">
                <a16:creationId xmlns:a16="http://schemas.microsoft.com/office/drawing/2014/main" id="{A9154D27-D0C6-9448-95D3-AC036026768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1898291" y="9489070"/>
            <a:ext cx="6090421" cy="775390"/>
          </a:xfr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ysClr val="windowText" lastClr="000000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248C8ADF-C8D1-B547-8BCE-3C71AA614FF4}"/>
              </a:ext>
            </a:extLst>
          </p:cNvPr>
          <p:cNvGrpSpPr/>
          <p:nvPr userDrawn="1"/>
        </p:nvGrpSpPr>
        <p:grpSpPr>
          <a:xfrm>
            <a:off x="2191901" y="39953257"/>
            <a:ext cx="1515600" cy="759600"/>
            <a:chOff x="2191901" y="35942763"/>
            <a:chExt cx="1515600" cy="759600"/>
          </a:xfrm>
        </p:grpSpPr>
        <p:sp>
          <p:nvSpPr>
            <p:cNvPr id="54" name="Hintergrund Briefsymbol">
              <a:extLst>
                <a:ext uri="{FF2B5EF4-FFF2-40B4-BE49-F238E27FC236}">
                  <a16:creationId xmlns:a16="http://schemas.microsoft.com/office/drawing/2014/main" id="{61679E55-7791-254B-8A62-D9905E829E08}"/>
                </a:ext>
              </a:extLst>
            </p:cNvPr>
            <p:cNvSpPr/>
            <p:nvPr userDrawn="1"/>
          </p:nvSpPr>
          <p:spPr bwMode="auto">
            <a:xfrm>
              <a:off x="2191901" y="35942763"/>
              <a:ext cx="1515600" cy="759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17671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8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pic>
          <p:nvPicPr>
            <p:cNvPr id="55" name="Grafik 54">
              <a:extLst>
                <a:ext uri="{FF2B5EF4-FFF2-40B4-BE49-F238E27FC236}">
                  <a16:creationId xmlns:a16="http://schemas.microsoft.com/office/drawing/2014/main" id="{827EDF42-E0F8-C647-BE18-1100F283DB8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2642376" y="36087569"/>
              <a:ext cx="685800" cy="50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670446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5861" userDrawn="1">
          <p15:clr>
            <a:srgbClr val="FBAE40"/>
          </p15:clr>
        </p15:guide>
        <p15:guide id="3" orient="horz" pos="1906" userDrawn="1">
          <p15:clr>
            <a:srgbClr val="FBAE40"/>
          </p15:clr>
        </p15:guide>
        <p15:guide id="4" pos="1371" userDrawn="1">
          <p15:clr>
            <a:srgbClr val="FBAE40"/>
          </p15:clr>
        </p15:guide>
        <p15:guide id="5" orient="horz" pos="14752" userDrawn="1">
          <p15:clr>
            <a:srgbClr val="FBAE40"/>
          </p15:clr>
        </p15:guide>
        <p15:guide id="6" orient="horz" pos="25538" userDrawn="1">
          <p15:clr>
            <a:srgbClr val="FBAE40"/>
          </p15:clr>
        </p15:guide>
        <p15:guide id="7" orient="horz" pos="5271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TWK, Allgemein – magen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6897515D-89CA-D94F-BF6F-5C329D1F2C63}"/>
              </a:ext>
            </a:extLst>
          </p:cNvPr>
          <p:cNvGrpSpPr/>
          <p:nvPr userDrawn="1"/>
        </p:nvGrpSpPr>
        <p:grpSpPr>
          <a:xfrm>
            <a:off x="2191901" y="39933917"/>
            <a:ext cx="1515600" cy="759600"/>
            <a:chOff x="2191901" y="35942763"/>
            <a:chExt cx="1515600" cy="759600"/>
          </a:xfrm>
        </p:grpSpPr>
        <p:sp>
          <p:nvSpPr>
            <p:cNvPr id="25" name="Hintergrund Briefsymbol">
              <a:extLst>
                <a:ext uri="{FF2B5EF4-FFF2-40B4-BE49-F238E27FC236}">
                  <a16:creationId xmlns:a16="http://schemas.microsoft.com/office/drawing/2014/main" id="{96EBA6AD-DF51-3242-85C5-F55D80E3F397}"/>
                </a:ext>
              </a:extLst>
            </p:cNvPr>
            <p:cNvSpPr/>
            <p:nvPr userDrawn="1"/>
          </p:nvSpPr>
          <p:spPr bwMode="auto">
            <a:xfrm>
              <a:off x="2191901" y="35942763"/>
              <a:ext cx="1515600" cy="759600"/>
            </a:xfrm>
            <a:prstGeom prst="rect">
              <a:avLst/>
            </a:prstGeom>
            <a:solidFill>
              <a:srgbClr val="E5007D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17671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8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pic>
          <p:nvPicPr>
            <p:cNvPr id="29" name="Briefsymbol">
              <a:extLst>
                <a:ext uri="{FF2B5EF4-FFF2-40B4-BE49-F238E27FC236}">
                  <a16:creationId xmlns:a16="http://schemas.microsoft.com/office/drawing/2014/main" id="{754694F6-68BE-5442-8650-C644177709F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42376" y="36067861"/>
              <a:ext cx="685800" cy="508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20" name="Textplatzhalter 12">
            <a:extLst>
              <a:ext uri="{FF2B5EF4-FFF2-40B4-BE49-F238E27FC236}">
                <a16:creationId xmlns:a16="http://schemas.microsoft.com/office/drawing/2014/main" id="{D66D06F7-12DE-744B-A1AA-CBA94DA90D8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976366" y="39566296"/>
            <a:ext cx="18650072" cy="1493769"/>
          </a:xfrm>
          <a:noFill/>
        </p:spPr>
        <p:txBody>
          <a:bodyPr wrap="none" lIns="0" tIns="72000" rIns="144000" bIns="144000" numCol="1">
            <a:noAutofit/>
          </a:bodyPr>
          <a:lstStyle>
            <a:lvl1pPr marL="216000" marR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1952625" algn="l"/>
              </a:tabLst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marL="0" marR="0" lvl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Mastertextformat bearbeiten
Zweite Ebene
Dritte Ebene
Vierte Ebene
Fünfte Ebene</a:t>
            </a:r>
          </a:p>
          <a:p>
            <a:pPr lvl="0"/>
            <a:endParaRPr lang="de-DE" dirty="0"/>
          </a:p>
        </p:txBody>
      </p:sp>
      <p:sp>
        <p:nvSpPr>
          <p:cNvPr id="121" name="Bildplatzhalter 10">
            <a:extLst>
              <a:ext uri="{FF2B5EF4-FFF2-40B4-BE49-F238E27FC236}">
                <a16:creationId xmlns:a16="http://schemas.microsoft.com/office/drawing/2014/main" id="{72FB2959-5371-8C46-8BA8-7ED3BC3DB0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207288" y="23460661"/>
            <a:ext cx="8226303" cy="8226303"/>
          </a:xfrm>
        </p:spPr>
        <p:txBody>
          <a:bodyPr anchor="ctr" anchorCtr="0"/>
          <a:lstStyle>
            <a:lvl1pPr algn="ctr">
              <a:defRPr sz="3911"/>
            </a:lvl1pPr>
          </a:lstStyle>
          <a:p>
            <a:r>
              <a:rPr lang="de-DE" dirty="0"/>
              <a:t>Diagramm/Grafik/Bild durch Klicken auf das Symbol hinzufügen. </a:t>
            </a:r>
          </a:p>
        </p:txBody>
      </p:sp>
      <p:sp>
        <p:nvSpPr>
          <p:cNvPr id="122" name="Bildplatzhalter 10">
            <a:extLst>
              <a:ext uri="{FF2B5EF4-FFF2-40B4-BE49-F238E27FC236}">
                <a16:creationId xmlns:a16="http://schemas.microsoft.com/office/drawing/2014/main" id="{FE38B818-AB0D-A246-B8A3-43E275944354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19752670" y="23460661"/>
            <a:ext cx="8226303" cy="8226303"/>
          </a:xfrm>
        </p:spPr>
        <p:txBody>
          <a:bodyPr anchor="ctr" anchorCtr="0"/>
          <a:lstStyle>
            <a:lvl1pPr algn="ctr">
              <a:defRPr sz="3911"/>
            </a:lvl1pPr>
          </a:lstStyle>
          <a:p>
            <a:r>
              <a:rPr lang="de-DE" dirty="0"/>
              <a:t>Diagramm/Grafik/Bild durch Klicken auf das Symbol hinzufügen. </a:t>
            </a:r>
          </a:p>
        </p:txBody>
      </p:sp>
      <p:sp>
        <p:nvSpPr>
          <p:cNvPr id="123" name="Bildplatzhalter 10">
            <a:extLst>
              <a:ext uri="{FF2B5EF4-FFF2-40B4-BE49-F238E27FC236}">
                <a16:creationId xmlns:a16="http://schemas.microsoft.com/office/drawing/2014/main" id="{73EA14DD-35A9-3147-B8C1-7F11816F0AC2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10983686" y="23472722"/>
            <a:ext cx="8226303" cy="8226303"/>
          </a:xfrm>
        </p:spPr>
        <p:txBody>
          <a:bodyPr anchor="ctr" anchorCtr="0"/>
          <a:lstStyle>
            <a:lvl1pPr algn="ctr">
              <a:defRPr sz="3911"/>
            </a:lvl1pPr>
          </a:lstStyle>
          <a:p>
            <a:r>
              <a:rPr lang="de-DE" dirty="0"/>
              <a:t>Diagramm/Grafik/Bild durch Klicken auf das Symbol hinzufügen. </a:t>
            </a:r>
          </a:p>
        </p:txBody>
      </p:sp>
      <p:sp>
        <p:nvSpPr>
          <p:cNvPr id="124" name="Titel 1">
            <a:extLst>
              <a:ext uri="{FF2B5EF4-FFF2-40B4-BE49-F238E27FC236}">
                <a16:creationId xmlns:a16="http://schemas.microsoft.com/office/drawing/2014/main" id="{BEECB329-5C7B-8D44-84ED-FDDFFA06A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3624" y="4840041"/>
            <a:ext cx="17310208" cy="4312179"/>
          </a:xfrm>
        </p:spPr>
        <p:txBody>
          <a:bodyPr/>
          <a:lstStyle>
            <a:lvl1pPr algn="l">
              <a:lnSpc>
                <a:spcPct val="90000"/>
              </a:lnSpc>
              <a:defRPr sz="88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5" name="Textplatzhalter 12">
            <a:extLst>
              <a:ext uri="{FF2B5EF4-FFF2-40B4-BE49-F238E27FC236}">
                <a16:creationId xmlns:a16="http://schemas.microsoft.com/office/drawing/2014/main" id="{99C83AC9-62AE-744B-A739-68D00B0350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91901" y="32954514"/>
            <a:ext cx="25809875" cy="6149805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 numCol="4"/>
          <a:lstStyle>
            <a:lvl1pPr marL="0" marR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marL="0" marR="0" lvl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6" name="Textplatzhalter 12">
            <a:extLst>
              <a:ext uri="{FF2B5EF4-FFF2-40B4-BE49-F238E27FC236}">
                <a16:creationId xmlns:a16="http://schemas.microsoft.com/office/drawing/2014/main" id="{9D8776B8-2695-F547-BE2D-17DC06D47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1898292" y="10476343"/>
            <a:ext cx="6090421" cy="12797745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/>
          <a:lstStyle>
            <a:lvl1pPr>
              <a:lnSpc>
                <a:spcPct val="105000"/>
              </a:lnSpc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7" name="Textplatzhalter 12">
            <a:extLst>
              <a:ext uri="{FF2B5EF4-FFF2-40B4-BE49-F238E27FC236}">
                <a16:creationId xmlns:a16="http://schemas.microsoft.com/office/drawing/2014/main" id="{61A4CC44-3FB8-5049-8F6D-597FE8E8BC1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160488" y="10451516"/>
            <a:ext cx="12835090" cy="6504116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 numCol="2"/>
          <a:lstStyle>
            <a:lvl1pPr>
              <a:lnSpc>
                <a:spcPct val="105000"/>
              </a:lnSpc>
              <a:defRPr sz="32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8" name="Textplatzhalter 12">
            <a:extLst>
              <a:ext uri="{FF2B5EF4-FFF2-40B4-BE49-F238E27FC236}">
                <a16:creationId xmlns:a16="http://schemas.microsoft.com/office/drawing/2014/main" id="{F0F0B395-6C19-D34D-B4AD-E26D066F6F4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5404750" y="10453569"/>
            <a:ext cx="6090421" cy="12797745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/>
          <a:lstStyle>
            <a:lvl1pPr>
              <a:lnSpc>
                <a:spcPct val="105000"/>
              </a:lnSpc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9" name="Textplatzhalter 12">
            <a:extLst>
              <a:ext uri="{FF2B5EF4-FFF2-40B4-BE49-F238E27FC236}">
                <a16:creationId xmlns:a16="http://schemas.microsoft.com/office/drawing/2014/main" id="{F318A43E-7BCF-6241-82D5-BA9B604538F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207288" y="31939724"/>
            <a:ext cx="12772117" cy="775390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Diskussion</a:t>
            </a:r>
          </a:p>
        </p:txBody>
      </p:sp>
      <p:sp>
        <p:nvSpPr>
          <p:cNvPr id="130" name="Textplatzhalter 12">
            <a:extLst>
              <a:ext uri="{FF2B5EF4-FFF2-40B4-BE49-F238E27FC236}">
                <a16:creationId xmlns:a16="http://schemas.microsoft.com/office/drawing/2014/main" id="{BA13CD13-089A-FB46-ABE6-3DB9B5D8C61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160489" y="18249725"/>
            <a:ext cx="12835090" cy="4986050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 numCol="1"/>
          <a:lstStyle>
            <a:lvl1pPr>
              <a:lnSpc>
                <a:spcPct val="105000"/>
              </a:lnSpc>
              <a:defRPr sz="32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31" name="Textplatzhalter 12">
            <a:extLst>
              <a:ext uri="{FF2B5EF4-FFF2-40B4-BE49-F238E27FC236}">
                <a16:creationId xmlns:a16="http://schemas.microsoft.com/office/drawing/2014/main" id="{4F3B1285-F093-F046-AA6C-8457920A443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0299987" y="4840041"/>
            <a:ext cx="7701789" cy="2049842"/>
          </a:xfrm>
        </p:spPr>
        <p:txBody>
          <a:bodyPr lIns="144000" tIns="144000" numCol="1"/>
          <a:lstStyle>
            <a:lvl1pPr>
              <a:lnSpc>
                <a:spcPct val="105000"/>
              </a:lnSpc>
              <a:defRPr sz="3600"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Name der Mitarbeiter</a:t>
            </a:r>
          </a:p>
        </p:txBody>
      </p:sp>
      <p:sp>
        <p:nvSpPr>
          <p:cNvPr id="132" name="Bildplatzhalter 6">
            <a:extLst>
              <a:ext uri="{FF2B5EF4-FFF2-40B4-BE49-F238E27FC236}">
                <a16:creationId xmlns:a16="http://schemas.microsoft.com/office/drawing/2014/main" id="{E8098141-E252-8645-844F-24A1637E7785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20299987" y="7245572"/>
            <a:ext cx="7678986" cy="1906648"/>
          </a:xfrm>
        </p:spPr>
        <p:txBody>
          <a:bodyPr/>
          <a:lstStyle>
            <a:lvl1pPr>
              <a:defRPr sz="2800"/>
            </a:lvl1pPr>
          </a:lstStyle>
          <a:p>
            <a:r>
              <a:rPr lang="de-DE" dirty="0"/>
              <a:t>Logo (optional)</a:t>
            </a:r>
          </a:p>
        </p:txBody>
      </p:sp>
      <p:sp>
        <p:nvSpPr>
          <p:cNvPr id="133" name="Textplatzhalter 12">
            <a:extLst>
              <a:ext uri="{FF2B5EF4-FFF2-40B4-BE49-F238E27FC236}">
                <a16:creationId xmlns:a16="http://schemas.microsoft.com/office/drawing/2014/main" id="{97983FFB-18F9-9048-9BAB-39A0DB0E9AF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191901" y="30911574"/>
            <a:ext cx="792453" cy="775390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numCol="1" anchor="ctr"/>
          <a:lstStyle>
            <a:lvl1pPr algn="ctr"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34" name="Textplatzhalter 12">
            <a:extLst>
              <a:ext uri="{FF2B5EF4-FFF2-40B4-BE49-F238E27FC236}">
                <a16:creationId xmlns:a16="http://schemas.microsoft.com/office/drawing/2014/main" id="{E699B699-88D8-1B46-9290-5BB6F543991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0976272" y="30923635"/>
            <a:ext cx="792453" cy="775390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numCol="1" anchor="ctr"/>
          <a:lstStyle>
            <a:lvl1pPr algn="ctr"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02</a:t>
            </a:r>
          </a:p>
        </p:txBody>
      </p:sp>
      <p:sp>
        <p:nvSpPr>
          <p:cNvPr id="135" name="Textplatzhalter 12">
            <a:extLst>
              <a:ext uri="{FF2B5EF4-FFF2-40B4-BE49-F238E27FC236}">
                <a16:creationId xmlns:a16="http://schemas.microsoft.com/office/drawing/2014/main" id="{DA4763B0-FA7E-E043-98F0-798D33271E6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9745498" y="30911574"/>
            <a:ext cx="792453" cy="775390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numCol="1" anchor="ctr"/>
          <a:lstStyle>
            <a:lvl1pPr algn="ctr"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03</a:t>
            </a:r>
          </a:p>
        </p:txBody>
      </p:sp>
      <p:sp>
        <p:nvSpPr>
          <p:cNvPr id="136" name="Textplatzhalter 12">
            <a:extLst>
              <a:ext uri="{FF2B5EF4-FFF2-40B4-BE49-F238E27FC236}">
                <a16:creationId xmlns:a16="http://schemas.microsoft.com/office/drawing/2014/main" id="{B51D765C-BCFB-C542-BE1A-F73D7781525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160488" y="17255194"/>
            <a:ext cx="12835090" cy="775390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37" name="Textplatzhalter 12">
            <a:extLst>
              <a:ext uri="{FF2B5EF4-FFF2-40B4-BE49-F238E27FC236}">
                <a16:creationId xmlns:a16="http://schemas.microsoft.com/office/drawing/2014/main" id="{833E62C8-C993-7B47-B63D-9CCA9E05383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160488" y="9507909"/>
            <a:ext cx="12835090" cy="775390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38" name="Textplatzhalter 12">
            <a:extLst>
              <a:ext uri="{FF2B5EF4-FFF2-40B4-BE49-F238E27FC236}">
                <a16:creationId xmlns:a16="http://schemas.microsoft.com/office/drawing/2014/main" id="{1D735ED9-33DA-614B-83DB-6126F6D1260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5404750" y="9507909"/>
            <a:ext cx="6090421" cy="775390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39" name="Textplatzhalter 12">
            <a:extLst>
              <a:ext uri="{FF2B5EF4-FFF2-40B4-BE49-F238E27FC236}">
                <a16:creationId xmlns:a16="http://schemas.microsoft.com/office/drawing/2014/main" id="{151FD51B-137C-254F-8777-D68647650DB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1898291" y="9489070"/>
            <a:ext cx="6090421" cy="775390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</p:spTree>
    <p:extLst>
      <p:ext uri="{BB962C8B-B14F-4D97-AF65-F5344CB8AC3E}">
        <p14:creationId xmlns:p14="http://schemas.microsoft.com/office/powerpoint/2010/main" val="13527966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5861">
          <p15:clr>
            <a:srgbClr val="FBAE40"/>
          </p15:clr>
        </p15:guide>
        <p15:guide id="3" orient="horz" pos="1906">
          <p15:clr>
            <a:srgbClr val="FBAE40"/>
          </p15:clr>
        </p15:guide>
        <p15:guide id="4" pos="1371">
          <p15:clr>
            <a:srgbClr val="FBAE40"/>
          </p15:clr>
        </p15:guide>
        <p15:guide id="5" orient="horz" pos="18162">
          <p15:clr>
            <a:srgbClr val="FBAE40"/>
          </p15:clr>
        </p15:guide>
        <p15:guide id="6" orient="horz" pos="25538">
          <p15:clr>
            <a:srgbClr val="FBAE40"/>
          </p15:clr>
        </p15:guide>
        <p15:guide id="7" orient="horz" pos="527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TWK, Allgemein – r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Hintergrund Briefsymbol">
            <a:extLst>
              <a:ext uri="{FF2B5EF4-FFF2-40B4-BE49-F238E27FC236}">
                <a16:creationId xmlns:a16="http://schemas.microsoft.com/office/drawing/2014/main" id="{96EBA6AD-DF51-3242-85C5-F55D80E3F397}"/>
              </a:ext>
            </a:extLst>
          </p:cNvPr>
          <p:cNvSpPr/>
          <p:nvPr userDrawn="1"/>
        </p:nvSpPr>
        <p:spPr bwMode="auto">
          <a:xfrm>
            <a:off x="2191901" y="39933917"/>
            <a:ext cx="1515600" cy="759600"/>
          </a:xfrm>
          <a:prstGeom prst="rect">
            <a:avLst/>
          </a:prstGeom>
          <a:solidFill>
            <a:srgbClr val="E5300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1767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8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pic>
        <p:nvPicPr>
          <p:cNvPr id="29" name="Briefsymbol">
            <a:extLst>
              <a:ext uri="{FF2B5EF4-FFF2-40B4-BE49-F238E27FC236}">
                <a16:creationId xmlns:a16="http://schemas.microsoft.com/office/drawing/2014/main" id="{754694F6-68BE-5442-8650-C644177709F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2376" y="40059015"/>
            <a:ext cx="685800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0" name="Textplatzhalter 12">
            <a:extLst>
              <a:ext uri="{FF2B5EF4-FFF2-40B4-BE49-F238E27FC236}">
                <a16:creationId xmlns:a16="http://schemas.microsoft.com/office/drawing/2014/main" id="{D66D06F7-12DE-744B-A1AA-CBA94DA90D80}"/>
              </a:ext>
            </a:extLst>
          </p:cNvPr>
          <p:cNvSpPr>
            <a:spLocks noGrp="1"/>
          </p:cNvSpPr>
          <p:nvPr userDrawn="1">
            <p:ph type="body" sz="quarter" idx="29"/>
          </p:nvPr>
        </p:nvSpPr>
        <p:spPr>
          <a:xfrm>
            <a:off x="3976366" y="39566296"/>
            <a:ext cx="18650072" cy="1493769"/>
          </a:xfrm>
          <a:noFill/>
        </p:spPr>
        <p:txBody>
          <a:bodyPr wrap="none" lIns="0" tIns="72000" rIns="144000" bIns="144000" numCol="1">
            <a:noAutofit/>
          </a:bodyPr>
          <a:lstStyle>
            <a:lvl1pPr marL="216000" marR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1952625" algn="l"/>
              </a:tabLst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marL="0" marR="0" lvl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Mastertextformat bearbeiten
Zweite Ebene
Dritte Ebene
Vierte Ebene
Fünfte Ebene</a:t>
            </a:r>
          </a:p>
          <a:p>
            <a:pPr lvl="0"/>
            <a:endParaRPr lang="de-DE" dirty="0"/>
          </a:p>
        </p:txBody>
      </p:sp>
      <p:sp>
        <p:nvSpPr>
          <p:cNvPr id="121" name="Bildplatzhalter 10">
            <a:extLst>
              <a:ext uri="{FF2B5EF4-FFF2-40B4-BE49-F238E27FC236}">
                <a16:creationId xmlns:a16="http://schemas.microsoft.com/office/drawing/2014/main" id="{72FB2959-5371-8C46-8BA8-7ED3BC3DB029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2207288" y="23460661"/>
            <a:ext cx="8226303" cy="8226303"/>
          </a:xfrm>
        </p:spPr>
        <p:txBody>
          <a:bodyPr anchor="ctr" anchorCtr="0"/>
          <a:lstStyle>
            <a:lvl1pPr algn="ctr">
              <a:defRPr sz="3911"/>
            </a:lvl1pPr>
          </a:lstStyle>
          <a:p>
            <a:r>
              <a:rPr lang="de-DE" dirty="0"/>
              <a:t>Diagramm/Grafik/Bild durch Klicken auf das Symbol hinzufügen. </a:t>
            </a:r>
          </a:p>
        </p:txBody>
      </p:sp>
      <p:sp>
        <p:nvSpPr>
          <p:cNvPr id="122" name="Bildplatzhalter 10">
            <a:extLst>
              <a:ext uri="{FF2B5EF4-FFF2-40B4-BE49-F238E27FC236}">
                <a16:creationId xmlns:a16="http://schemas.microsoft.com/office/drawing/2014/main" id="{FE38B818-AB0D-A246-B8A3-43E275944354}"/>
              </a:ext>
            </a:extLst>
          </p:cNvPr>
          <p:cNvSpPr>
            <a:spLocks noGrp="1"/>
          </p:cNvSpPr>
          <p:nvPr userDrawn="1">
            <p:ph type="pic" sz="quarter" idx="35" hasCustomPrompt="1"/>
          </p:nvPr>
        </p:nvSpPr>
        <p:spPr>
          <a:xfrm>
            <a:off x="19752670" y="23460661"/>
            <a:ext cx="8226303" cy="8226303"/>
          </a:xfrm>
        </p:spPr>
        <p:txBody>
          <a:bodyPr anchor="ctr" anchorCtr="0"/>
          <a:lstStyle>
            <a:lvl1pPr algn="ctr">
              <a:defRPr sz="3911"/>
            </a:lvl1pPr>
          </a:lstStyle>
          <a:p>
            <a:r>
              <a:rPr lang="de-DE" dirty="0"/>
              <a:t>Diagramm/Grafik/Bild durch Klicken auf das Symbol hinzufügen. </a:t>
            </a:r>
          </a:p>
        </p:txBody>
      </p:sp>
      <p:sp>
        <p:nvSpPr>
          <p:cNvPr id="123" name="Bildplatzhalter 10">
            <a:extLst>
              <a:ext uri="{FF2B5EF4-FFF2-40B4-BE49-F238E27FC236}">
                <a16:creationId xmlns:a16="http://schemas.microsoft.com/office/drawing/2014/main" id="{73EA14DD-35A9-3147-B8C1-7F11816F0AC2}"/>
              </a:ext>
            </a:extLst>
          </p:cNvPr>
          <p:cNvSpPr>
            <a:spLocks noGrp="1"/>
          </p:cNvSpPr>
          <p:nvPr userDrawn="1">
            <p:ph type="pic" sz="quarter" idx="34" hasCustomPrompt="1"/>
          </p:nvPr>
        </p:nvSpPr>
        <p:spPr>
          <a:xfrm>
            <a:off x="10983686" y="23472722"/>
            <a:ext cx="8226303" cy="8226303"/>
          </a:xfrm>
        </p:spPr>
        <p:txBody>
          <a:bodyPr anchor="ctr" anchorCtr="0"/>
          <a:lstStyle>
            <a:lvl1pPr algn="ctr">
              <a:defRPr sz="3911"/>
            </a:lvl1pPr>
          </a:lstStyle>
          <a:p>
            <a:r>
              <a:rPr lang="de-DE" dirty="0"/>
              <a:t>Diagramm/Grafik/Bild durch Klicken auf das Symbol hinzufügen. </a:t>
            </a:r>
          </a:p>
        </p:txBody>
      </p:sp>
      <p:sp>
        <p:nvSpPr>
          <p:cNvPr id="124" name="Titel 1">
            <a:extLst>
              <a:ext uri="{FF2B5EF4-FFF2-40B4-BE49-F238E27FC236}">
                <a16:creationId xmlns:a16="http://schemas.microsoft.com/office/drawing/2014/main" id="{BEECB329-5C7B-8D44-84ED-FDDFFA06A65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2243624" y="4840041"/>
            <a:ext cx="17310208" cy="4312179"/>
          </a:xfrm>
        </p:spPr>
        <p:txBody>
          <a:bodyPr/>
          <a:lstStyle>
            <a:lvl1pPr algn="l">
              <a:lnSpc>
                <a:spcPct val="90000"/>
              </a:lnSpc>
              <a:defRPr sz="88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5" name="Textplatzhalter 12">
            <a:extLst>
              <a:ext uri="{FF2B5EF4-FFF2-40B4-BE49-F238E27FC236}">
                <a16:creationId xmlns:a16="http://schemas.microsoft.com/office/drawing/2014/main" id="{99C83AC9-62AE-744B-A739-68D00B035091}"/>
              </a:ext>
            </a:extLst>
          </p:cNvPr>
          <p:cNvSpPr>
            <a:spLocks noGrp="1"/>
          </p:cNvSpPr>
          <p:nvPr userDrawn="1">
            <p:ph type="body" sz="quarter" idx="14"/>
          </p:nvPr>
        </p:nvSpPr>
        <p:spPr>
          <a:xfrm>
            <a:off x="2191901" y="32954514"/>
            <a:ext cx="25809875" cy="6149805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 numCol="4"/>
          <a:lstStyle>
            <a:lvl1pPr marL="0" marR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marL="0" marR="0" lvl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6" name="Textplatzhalter 12">
            <a:extLst>
              <a:ext uri="{FF2B5EF4-FFF2-40B4-BE49-F238E27FC236}">
                <a16:creationId xmlns:a16="http://schemas.microsoft.com/office/drawing/2014/main" id="{9D8776B8-2695-F547-BE2D-17DC06D4704D}"/>
              </a:ext>
            </a:extLst>
          </p:cNvPr>
          <p:cNvSpPr>
            <a:spLocks noGrp="1"/>
          </p:cNvSpPr>
          <p:nvPr userDrawn="1">
            <p:ph type="body" sz="quarter" idx="15"/>
          </p:nvPr>
        </p:nvSpPr>
        <p:spPr>
          <a:xfrm>
            <a:off x="21898292" y="10476343"/>
            <a:ext cx="6090421" cy="12797745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/>
          <a:lstStyle>
            <a:lvl1pPr>
              <a:lnSpc>
                <a:spcPct val="105000"/>
              </a:lnSpc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7" name="Textplatzhalter 12">
            <a:extLst>
              <a:ext uri="{FF2B5EF4-FFF2-40B4-BE49-F238E27FC236}">
                <a16:creationId xmlns:a16="http://schemas.microsoft.com/office/drawing/2014/main" id="{61A4CC44-3FB8-5049-8F6D-597FE8E8BC10}"/>
              </a:ext>
            </a:extLst>
          </p:cNvPr>
          <p:cNvSpPr>
            <a:spLocks noGrp="1"/>
          </p:cNvSpPr>
          <p:nvPr userDrawn="1">
            <p:ph type="body" sz="quarter" idx="16"/>
          </p:nvPr>
        </p:nvSpPr>
        <p:spPr>
          <a:xfrm>
            <a:off x="2160488" y="10451516"/>
            <a:ext cx="12835090" cy="6504116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 numCol="2"/>
          <a:lstStyle>
            <a:lvl1pPr>
              <a:lnSpc>
                <a:spcPct val="105000"/>
              </a:lnSpc>
              <a:defRPr sz="32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8" name="Textplatzhalter 12">
            <a:extLst>
              <a:ext uri="{FF2B5EF4-FFF2-40B4-BE49-F238E27FC236}">
                <a16:creationId xmlns:a16="http://schemas.microsoft.com/office/drawing/2014/main" id="{F0F0B395-6C19-D34D-B4AD-E26D066F6F4A}"/>
              </a:ext>
            </a:extLst>
          </p:cNvPr>
          <p:cNvSpPr>
            <a:spLocks noGrp="1"/>
          </p:cNvSpPr>
          <p:nvPr userDrawn="1">
            <p:ph type="body" sz="quarter" idx="18"/>
          </p:nvPr>
        </p:nvSpPr>
        <p:spPr>
          <a:xfrm>
            <a:off x="15404750" y="10453569"/>
            <a:ext cx="6090421" cy="12797745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/>
          <a:lstStyle>
            <a:lvl1pPr>
              <a:lnSpc>
                <a:spcPct val="105000"/>
              </a:lnSpc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9" name="Textplatzhalter 12">
            <a:extLst>
              <a:ext uri="{FF2B5EF4-FFF2-40B4-BE49-F238E27FC236}">
                <a16:creationId xmlns:a16="http://schemas.microsoft.com/office/drawing/2014/main" id="{F318A43E-7BCF-6241-82D5-BA9B604538F4}"/>
              </a:ext>
            </a:extLst>
          </p:cNvPr>
          <p:cNvSpPr>
            <a:spLocks noGrp="1"/>
          </p:cNvSpPr>
          <p:nvPr userDrawn="1">
            <p:ph type="body" sz="quarter" idx="21" hasCustomPrompt="1"/>
          </p:nvPr>
        </p:nvSpPr>
        <p:spPr>
          <a:xfrm>
            <a:off x="2207288" y="31939724"/>
            <a:ext cx="12772117" cy="775390"/>
          </a:xfrm>
          <a:solidFill>
            <a:srgbClr val="E5300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Diskussion</a:t>
            </a:r>
          </a:p>
        </p:txBody>
      </p:sp>
      <p:sp>
        <p:nvSpPr>
          <p:cNvPr id="130" name="Textplatzhalter 12">
            <a:extLst>
              <a:ext uri="{FF2B5EF4-FFF2-40B4-BE49-F238E27FC236}">
                <a16:creationId xmlns:a16="http://schemas.microsoft.com/office/drawing/2014/main" id="{BA13CD13-089A-FB46-ABE6-3DB9B5D8C613}"/>
              </a:ext>
            </a:extLst>
          </p:cNvPr>
          <p:cNvSpPr>
            <a:spLocks noGrp="1"/>
          </p:cNvSpPr>
          <p:nvPr userDrawn="1">
            <p:ph type="body" sz="quarter" idx="27"/>
          </p:nvPr>
        </p:nvSpPr>
        <p:spPr>
          <a:xfrm>
            <a:off x="2160489" y="18249725"/>
            <a:ext cx="12835090" cy="4986050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 numCol="1"/>
          <a:lstStyle>
            <a:lvl1pPr>
              <a:lnSpc>
                <a:spcPct val="105000"/>
              </a:lnSpc>
              <a:defRPr sz="32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31" name="Textplatzhalter 12">
            <a:extLst>
              <a:ext uri="{FF2B5EF4-FFF2-40B4-BE49-F238E27FC236}">
                <a16:creationId xmlns:a16="http://schemas.microsoft.com/office/drawing/2014/main" id="{4F3B1285-F093-F046-AA6C-8457920A443D}"/>
              </a:ext>
            </a:extLst>
          </p:cNvPr>
          <p:cNvSpPr>
            <a:spLocks noGrp="1"/>
          </p:cNvSpPr>
          <p:nvPr userDrawn="1">
            <p:ph type="body" sz="quarter" idx="28" hasCustomPrompt="1"/>
          </p:nvPr>
        </p:nvSpPr>
        <p:spPr>
          <a:xfrm>
            <a:off x="20299987" y="4840041"/>
            <a:ext cx="7701789" cy="2049842"/>
          </a:xfrm>
        </p:spPr>
        <p:txBody>
          <a:bodyPr lIns="144000" tIns="144000" numCol="1"/>
          <a:lstStyle>
            <a:lvl1pPr>
              <a:lnSpc>
                <a:spcPct val="105000"/>
              </a:lnSpc>
              <a:defRPr sz="3600"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Name der Mitarbeiter</a:t>
            </a:r>
          </a:p>
        </p:txBody>
      </p:sp>
      <p:sp>
        <p:nvSpPr>
          <p:cNvPr id="132" name="Bildplatzhalter 6">
            <a:extLst>
              <a:ext uri="{FF2B5EF4-FFF2-40B4-BE49-F238E27FC236}">
                <a16:creationId xmlns:a16="http://schemas.microsoft.com/office/drawing/2014/main" id="{E8098141-E252-8645-844F-24A1637E7785}"/>
              </a:ext>
            </a:extLst>
          </p:cNvPr>
          <p:cNvSpPr>
            <a:spLocks noGrp="1"/>
          </p:cNvSpPr>
          <p:nvPr userDrawn="1">
            <p:ph type="pic" sz="quarter" idx="30" hasCustomPrompt="1"/>
          </p:nvPr>
        </p:nvSpPr>
        <p:spPr>
          <a:xfrm>
            <a:off x="20299987" y="7245572"/>
            <a:ext cx="7678986" cy="1906648"/>
          </a:xfrm>
        </p:spPr>
        <p:txBody>
          <a:bodyPr/>
          <a:lstStyle>
            <a:lvl1pPr>
              <a:defRPr sz="2800"/>
            </a:lvl1pPr>
          </a:lstStyle>
          <a:p>
            <a:r>
              <a:rPr lang="de-DE" dirty="0"/>
              <a:t>Logo (optional)</a:t>
            </a:r>
          </a:p>
        </p:txBody>
      </p:sp>
      <p:sp>
        <p:nvSpPr>
          <p:cNvPr id="133" name="Textplatzhalter 12">
            <a:extLst>
              <a:ext uri="{FF2B5EF4-FFF2-40B4-BE49-F238E27FC236}">
                <a16:creationId xmlns:a16="http://schemas.microsoft.com/office/drawing/2014/main" id="{97983FFB-18F9-9048-9BAB-39A0DB0E9AF2}"/>
              </a:ext>
            </a:extLst>
          </p:cNvPr>
          <p:cNvSpPr>
            <a:spLocks noGrp="1"/>
          </p:cNvSpPr>
          <p:nvPr userDrawn="1">
            <p:ph type="body" sz="quarter" idx="31" hasCustomPrompt="1"/>
          </p:nvPr>
        </p:nvSpPr>
        <p:spPr>
          <a:xfrm>
            <a:off x="2191901" y="30911574"/>
            <a:ext cx="792453" cy="775390"/>
          </a:xfrm>
          <a:solidFill>
            <a:srgbClr val="E5300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numCol="1" anchor="ctr"/>
          <a:lstStyle>
            <a:lvl1pPr algn="ctr"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34" name="Textplatzhalter 12">
            <a:extLst>
              <a:ext uri="{FF2B5EF4-FFF2-40B4-BE49-F238E27FC236}">
                <a16:creationId xmlns:a16="http://schemas.microsoft.com/office/drawing/2014/main" id="{E699B699-88D8-1B46-9290-5BB6F543991B}"/>
              </a:ext>
            </a:extLst>
          </p:cNvPr>
          <p:cNvSpPr>
            <a:spLocks noGrp="1"/>
          </p:cNvSpPr>
          <p:nvPr userDrawn="1">
            <p:ph type="body" sz="quarter" idx="32" hasCustomPrompt="1"/>
          </p:nvPr>
        </p:nvSpPr>
        <p:spPr>
          <a:xfrm>
            <a:off x="10976272" y="30923635"/>
            <a:ext cx="792453" cy="775390"/>
          </a:xfrm>
          <a:solidFill>
            <a:srgbClr val="E5300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numCol="1" anchor="ctr"/>
          <a:lstStyle>
            <a:lvl1pPr algn="ctr"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02</a:t>
            </a:r>
          </a:p>
        </p:txBody>
      </p:sp>
      <p:sp>
        <p:nvSpPr>
          <p:cNvPr id="135" name="Textplatzhalter 12">
            <a:extLst>
              <a:ext uri="{FF2B5EF4-FFF2-40B4-BE49-F238E27FC236}">
                <a16:creationId xmlns:a16="http://schemas.microsoft.com/office/drawing/2014/main" id="{DA4763B0-FA7E-E043-98F0-798D33271E6B}"/>
              </a:ext>
            </a:extLst>
          </p:cNvPr>
          <p:cNvSpPr>
            <a:spLocks noGrp="1"/>
          </p:cNvSpPr>
          <p:nvPr userDrawn="1">
            <p:ph type="body" sz="quarter" idx="33" hasCustomPrompt="1"/>
          </p:nvPr>
        </p:nvSpPr>
        <p:spPr>
          <a:xfrm>
            <a:off x="19745498" y="30911574"/>
            <a:ext cx="792453" cy="775390"/>
          </a:xfrm>
          <a:solidFill>
            <a:srgbClr val="E5300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numCol="1" anchor="ctr"/>
          <a:lstStyle>
            <a:lvl1pPr algn="ctr"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03</a:t>
            </a:r>
          </a:p>
        </p:txBody>
      </p:sp>
      <p:sp>
        <p:nvSpPr>
          <p:cNvPr id="136" name="Textplatzhalter 12">
            <a:extLst>
              <a:ext uri="{FF2B5EF4-FFF2-40B4-BE49-F238E27FC236}">
                <a16:creationId xmlns:a16="http://schemas.microsoft.com/office/drawing/2014/main" id="{B51D765C-BCFB-C542-BE1A-F73D77815257}"/>
              </a:ext>
            </a:extLst>
          </p:cNvPr>
          <p:cNvSpPr>
            <a:spLocks noGrp="1"/>
          </p:cNvSpPr>
          <p:nvPr userDrawn="1">
            <p:ph type="body" sz="quarter" idx="36" hasCustomPrompt="1"/>
          </p:nvPr>
        </p:nvSpPr>
        <p:spPr>
          <a:xfrm>
            <a:off x="2160488" y="17255194"/>
            <a:ext cx="12835090" cy="775390"/>
          </a:xfrm>
          <a:solidFill>
            <a:srgbClr val="E5300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37" name="Textplatzhalter 12">
            <a:extLst>
              <a:ext uri="{FF2B5EF4-FFF2-40B4-BE49-F238E27FC236}">
                <a16:creationId xmlns:a16="http://schemas.microsoft.com/office/drawing/2014/main" id="{833E62C8-C993-7B47-B63D-9CCA9E053838}"/>
              </a:ext>
            </a:extLst>
          </p:cNvPr>
          <p:cNvSpPr>
            <a:spLocks noGrp="1"/>
          </p:cNvSpPr>
          <p:nvPr userDrawn="1">
            <p:ph type="body" sz="quarter" idx="37" hasCustomPrompt="1"/>
          </p:nvPr>
        </p:nvSpPr>
        <p:spPr>
          <a:xfrm>
            <a:off x="2160488" y="9507909"/>
            <a:ext cx="12835090" cy="775390"/>
          </a:xfrm>
          <a:solidFill>
            <a:srgbClr val="E5300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38" name="Textplatzhalter 12">
            <a:extLst>
              <a:ext uri="{FF2B5EF4-FFF2-40B4-BE49-F238E27FC236}">
                <a16:creationId xmlns:a16="http://schemas.microsoft.com/office/drawing/2014/main" id="{1D735ED9-33DA-614B-83DB-6126F6D12601}"/>
              </a:ext>
            </a:extLst>
          </p:cNvPr>
          <p:cNvSpPr>
            <a:spLocks noGrp="1"/>
          </p:cNvSpPr>
          <p:nvPr userDrawn="1">
            <p:ph type="body" sz="quarter" idx="38" hasCustomPrompt="1"/>
          </p:nvPr>
        </p:nvSpPr>
        <p:spPr>
          <a:xfrm>
            <a:off x="15404750" y="9507909"/>
            <a:ext cx="6090421" cy="775390"/>
          </a:xfrm>
          <a:solidFill>
            <a:srgbClr val="E5300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39" name="Textplatzhalter 12">
            <a:extLst>
              <a:ext uri="{FF2B5EF4-FFF2-40B4-BE49-F238E27FC236}">
                <a16:creationId xmlns:a16="http://schemas.microsoft.com/office/drawing/2014/main" id="{151FD51B-137C-254F-8777-D68647650DB8}"/>
              </a:ext>
            </a:extLst>
          </p:cNvPr>
          <p:cNvSpPr>
            <a:spLocks noGrp="1"/>
          </p:cNvSpPr>
          <p:nvPr userDrawn="1">
            <p:ph type="body" sz="quarter" idx="39" hasCustomPrompt="1"/>
          </p:nvPr>
        </p:nvSpPr>
        <p:spPr>
          <a:xfrm>
            <a:off x="21898291" y="9489070"/>
            <a:ext cx="6090421" cy="775390"/>
          </a:xfrm>
          <a:solidFill>
            <a:srgbClr val="E5300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</p:spTree>
    <p:extLst>
      <p:ext uri="{BB962C8B-B14F-4D97-AF65-F5344CB8AC3E}">
        <p14:creationId xmlns:p14="http://schemas.microsoft.com/office/powerpoint/2010/main" val="2881829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5861">
          <p15:clr>
            <a:srgbClr val="FBAE40"/>
          </p15:clr>
        </p15:guide>
        <p15:guide id="3" orient="horz" pos="1906">
          <p15:clr>
            <a:srgbClr val="FBAE40"/>
          </p15:clr>
        </p15:guide>
        <p15:guide id="4" pos="1371">
          <p15:clr>
            <a:srgbClr val="FBAE40"/>
          </p15:clr>
        </p15:guide>
        <p15:guide id="5" orient="horz" pos="18162">
          <p15:clr>
            <a:srgbClr val="FBAE40"/>
          </p15:clr>
        </p15:guide>
        <p15:guide id="6" orient="horz" pos="25538">
          <p15:clr>
            <a:srgbClr val="FBAE40"/>
          </p15:clr>
        </p15:guide>
        <p15:guide id="7" orient="horz" pos="527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TWK, Allgemein – grü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Hintergrund Briefsymbol">
            <a:extLst>
              <a:ext uri="{FF2B5EF4-FFF2-40B4-BE49-F238E27FC236}">
                <a16:creationId xmlns:a16="http://schemas.microsoft.com/office/drawing/2014/main" id="{96EBA6AD-DF51-3242-85C5-F55D80E3F397}"/>
              </a:ext>
            </a:extLst>
          </p:cNvPr>
          <p:cNvSpPr/>
          <p:nvPr userDrawn="1"/>
        </p:nvSpPr>
        <p:spPr bwMode="auto">
          <a:xfrm>
            <a:off x="2191901" y="39933917"/>
            <a:ext cx="1515600" cy="759600"/>
          </a:xfrm>
          <a:prstGeom prst="rect">
            <a:avLst/>
          </a:prstGeom>
          <a:solidFill>
            <a:srgbClr val="00964E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1767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8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pic>
        <p:nvPicPr>
          <p:cNvPr id="29" name="Briefsymbol">
            <a:extLst>
              <a:ext uri="{FF2B5EF4-FFF2-40B4-BE49-F238E27FC236}">
                <a16:creationId xmlns:a16="http://schemas.microsoft.com/office/drawing/2014/main" id="{754694F6-68BE-5442-8650-C644177709F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2376" y="40059015"/>
            <a:ext cx="685800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0" name="Textplatzhalter 12">
            <a:extLst>
              <a:ext uri="{FF2B5EF4-FFF2-40B4-BE49-F238E27FC236}">
                <a16:creationId xmlns:a16="http://schemas.microsoft.com/office/drawing/2014/main" id="{D66D06F7-12DE-744B-A1AA-CBA94DA90D80}"/>
              </a:ext>
            </a:extLst>
          </p:cNvPr>
          <p:cNvSpPr>
            <a:spLocks noGrp="1"/>
          </p:cNvSpPr>
          <p:nvPr userDrawn="1">
            <p:ph type="body" sz="quarter" idx="29"/>
          </p:nvPr>
        </p:nvSpPr>
        <p:spPr>
          <a:xfrm>
            <a:off x="3976366" y="39566296"/>
            <a:ext cx="18650072" cy="1493769"/>
          </a:xfrm>
          <a:noFill/>
        </p:spPr>
        <p:txBody>
          <a:bodyPr wrap="none" lIns="0" tIns="72000" rIns="144000" bIns="144000" numCol="1">
            <a:noAutofit/>
          </a:bodyPr>
          <a:lstStyle>
            <a:lvl1pPr marL="216000" marR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1952625" algn="l"/>
              </a:tabLst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marL="0" marR="0" lvl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Mastertextformat bearbeiten
Zweite Ebene
Dritte Ebene
Vierte Ebene
Fünfte Ebene</a:t>
            </a:r>
          </a:p>
          <a:p>
            <a:pPr lvl="0"/>
            <a:endParaRPr lang="de-DE" dirty="0"/>
          </a:p>
        </p:txBody>
      </p:sp>
      <p:sp>
        <p:nvSpPr>
          <p:cNvPr id="121" name="Bildplatzhalter 10">
            <a:extLst>
              <a:ext uri="{FF2B5EF4-FFF2-40B4-BE49-F238E27FC236}">
                <a16:creationId xmlns:a16="http://schemas.microsoft.com/office/drawing/2014/main" id="{72FB2959-5371-8C46-8BA8-7ED3BC3DB029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2207288" y="23460661"/>
            <a:ext cx="8226303" cy="8226303"/>
          </a:xfrm>
        </p:spPr>
        <p:txBody>
          <a:bodyPr anchor="ctr" anchorCtr="0"/>
          <a:lstStyle>
            <a:lvl1pPr algn="ctr">
              <a:defRPr sz="3911"/>
            </a:lvl1pPr>
          </a:lstStyle>
          <a:p>
            <a:r>
              <a:rPr lang="de-DE" dirty="0"/>
              <a:t>Diagramm/Grafik/Bild durch Klicken auf das Symbol hinzufügen. </a:t>
            </a:r>
          </a:p>
        </p:txBody>
      </p:sp>
      <p:sp>
        <p:nvSpPr>
          <p:cNvPr id="122" name="Bildplatzhalter 10">
            <a:extLst>
              <a:ext uri="{FF2B5EF4-FFF2-40B4-BE49-F238E27FC236}">
                <a16:creationId xmlns:a16="http://schemas.microsoft.com/office/drawing/2014/main" id="{FE38B818-AB0D-A246-B8A3-43E275944354}"/>
              </a:ext>
            </a:extLst>
          </p:cNvPr>
          <p:cNvSpPr>
            <a:spLocks noGrp="1"/>
          </p:cNvSpPr>
          <p:nvPr userDrawn="1">
            <p:ph type="pic" sz="quarter" idx="35" hasCustomPrompt="1"/>
          </p:nvPr>
        </p:nvSpPr>
        <p:spPr>
          <a:xfrm>
            <a:off x="19752670" y="23460661"/>
            <a:ext cx="8226303" cy="8226303"/>
          </a:xfrm>
        </p:spPr>
        <p:txBody>
          <a:bodyPr anchor="ctr" anchorCtr="0"/>
          <a:lstStyle>
            <a:lvl1pPr algn="ctr">
              <a:defRPr sz="3911"/>
            </a:lvl1pPr>
          </a:lstStyle>
          <a:p>
            <a:r>
              <a:rPr lang="de-DE" dirty="0"/>
              <a:t>Diagramm/Grafik/Bild durch Klicken auf das Symbol hinzufügen. </a:t>
            </a:r>
          </a:p>
        </p:txBody>
      </p:sp>
      <p:sp>
        <p:nvSpPr>
          <p:cNvPr id="123" name="Bildplatzhalter 10">
            <a:extLst>
              <a:ext uri="{FF2B5EF4-FFF2-40B4-BE49-F238E27FC236}">
                <a16:creationId xmlns:a16="http://schemas.microsoft.com/office/drawing/2014/main" id="{73EA14DD-35A9-3147-B8C1-7F11816F0AC2}"/>
              </a:ext>
            </a:extLst>
          </p:cNvPr>
          <p:cNvSpPr>
            <a:spLocks noGrp="1"/>
          </p:cNvSpPr>
          <p:nvPr userDrawn="1">
            <p:ph type="pic" sz="quarter" idx="34" hasCustomPrompt="1"/>
          </p:nvPr>
        </p:nvSpPr>
        <p:spPr>
          <a:xfrm>
            <a:off x="10983686" y="23472722"/>
            <a:ext cx="8226303" cy="8226303"/>
          </a:xfrm>
        </p:spPr>
        <p:txBody>
          <a:bodyPr anchor="ctr" anchorCtr="0"/>
          <a:lstStyle>
            <a:lvl1pPr algn="ctr">
              <a:defRPr sz="3911"/>
            </a:lvl1pPr>
          </a:lstStyle>
          <a:p>
            <a:r>
              <a:rPr lang="de-DE" dirty="0"/>
              <a:t>Diagramm/Grafik/Bild durch Klicken auf das Symbol hinzufügen. </a:t>
            </a:r>
          </a:p>
        </p:txBody>
      </p:sp>
      <p:sp>
        <p:nvSpPr>
          <p:cNvPr id="124" name="Titel 1">
            <a:extLst>
              <a:ext uri="{FF2B5EF4-FFF2-40B4-BE49-F238E27FC236}">
                <a16:creationId xmlns:a16="http://schemas.microsoft.com/office/drawing/2014/main" id="{BEECB329-5C7B-8D44-84ED-FDDFFA06A65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2243624" y="4840041"/>
            <a:ext cx="17310208" cy="4312179"/>
          </a:xfrm>
        </p:spPr>
        <p:txBody>
          <a:bodyPr/>
          <a:lstStyle>
            <a:lvl1pPr algn="l">
              <a:lnSpc>
                <a:spcPct val="90000"/>
              </a:lnSpc>
              <a:defRPr sz="88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5" name="Textplatzhalter 12">
            <a:extLst>
              <a:ext uri="{FF2B5EF4-FFF2-40B4-BE49-F238E27FC236}">
                <a16:creationId xmlns:a16="http://schemas.microsoft.com/office/drawing/2014/main" id="{99C83AC9-62AE-744B-A739-68D00B035091}"/>
              </a:ext>
            </a:extLst>
          </p:cNvPr>
          <p:cNvSpPr>
            <a:spLocks noGrp="1"/>
          </p:cNvSpPr>
          <p:nvPr userDrawn="1">
            <p:ph type="body" sz="quarter" idx="14"/>
          </p:nvPr>
        </p:nvSpPr>
        <p:spPr>
          <a:xfrm>
            <a:off x="2191901" y="32954514"/>
            <a:ext cx="25809875" cy="6149805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 numCol="4"/>
          <a:lstStyle>
            <a:lvl1pPr marL="0" marR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marL="0" marR="0" lvl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6" name="Textplatzhalter 12">
            <a:extLst>
              <a:ext uri="{FF2B5EF4-FFF2-40B4-BE49-F238E27FC236}">
                <a16:creationId xmlns:a16="http://schemas.microsoft.com/office/drawing/2014/main" id="{9D8776B8-2695-F547-BE2D-17DC06D4704D}"/>
              </a:ext>
            </a:extLst>
          </p:cNvPr>
          <p:cNvSpPr>
            <a:spLocks noGrp="1"/>
          </p:cNvSpPr>
          <p:nvPr userDrawn="1">
            <p:ph type="body" sz="quarter" idx="15"/>
          </p:nvPr>
        </p:nvSpPr>
        <p:spPr>
          <a:xfrm>
            <a:off x="21898292" y="10476343"/>
            <a:ext cx="6090421" cy="12797745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/>
          <a:lstStyle>
            <a:lvl1pPr>
              <a:lnSpc>
                <a:spcPct val="105000"/>
              </a:lnSpc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7" name="Textplatzhalter 12">
            <a:extLst>
              <a:ext uri="{FF2B5EF4-FFF2-40B4-BE49-F238E27FC236}">
                <a16:creationId xmlns:a16="http://schemas.microsoft.com/office/drawing/2014/main" id="{61A4CC44-3FB8-5049-8F6D-597FE8E8BC10}"/>
              </a:ext>
            </a:extLst>
          </p:cNvPr>
          <p:cNvSpPr>
            <a:spLocks noGrp="1"/>
          </p:cNvSpPr>
          <p:nvPr userDrawn="1">
            <p:ph type="body" sz="quarter" idx="16"/>
          </p:nvPr>
        </p:nvSpPr>
        <p:spPr>
          <a:xfrm>
            <a:off x="2160488" y="10451516"/>
            <a:ext cx="12835090" cy="6504116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 numCol="2"/>
          <a:lstStyle>
            <a:lvl1pPr>
              <a:lnSpc>
                <a:spcPct val="105000"/>
              </a:lnSpc>
              <a:defRPr sz="32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8" name="Textplatzhalter 12">
            <a:extLst>
              <a:ext uri="{FF2B5EF4-FFF2-40B4-BE49-F238E27FC236}">
                <a16:creationId xmlns:a16="http://schemas.microsoft.com/office/drawing/2014/main" id="{F0F0B395-6C19-D34D-B4AD-E26D066F6F4A}"/>
              </a:ext>
            </a:extLst>
          </p:cNvPr>
          <p:cNvSpPr>
            <a:spLocks noGrp="1"/>
          </p:cNvSpPr>
          <p:nvPr userDrawn="1">
            <p:ph type="body" sz="quarter" idx="18"/>
          </p:nvPr>
        </p:nvSpPr>
        <p:spPr>
          <a:xfrm>
            <a:off x="15404750" y="10453569"/>
            <a:ext cx="6090421" cy="12797745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/>
          <a:lstStyle>
            <a:lvl1pPr>
              <a:lnSpc>
                <a:spcPct val="105000"/>
              </a:lnSpc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9" name="Textplatzhalter 12">
            <a:extLst>
              <a:ext uri="{FF2B5EF4-FFF2-40B4-BE49-F238E27FC236}">
                <a16:creationId xmlns:a16="http://schemas.microsoft.com/office/drawing/2014/main" id="{F318A43E-7BCF-6241-82D5-BA9B604538F4}"/>
              </a:ext>
            </a:extLst>
          </p:cNvPr>
          <p:cNvSpPr>
            <a:spLocks noGrp="1"/>
          </p:cNvSpPr>
          <p:nvPr userDrawn="1">
            <p:ph type="body" sz="quarter" idx="21" hasCustomPrompt="1"/>
          </p:nvPr>
        </p:nvSpPr>
        <p:spPr>
          <a:xfrm>
            <a:off x="2207288" y="31939724"/>
            <a:ext cx="12772117" cy="775390"/>
          </a:xfrm>
          <a:solidFill>
            <a:srgbClr val="00964E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Diskussion</a:t>
            </a:r>
          </a:p>
        </p:txBody>
      </p:sp>
      <p:sp>
        <p:nvSpPr>
          <p:cNvPr id="130" name="Textplatzhalter 12">
            <a:extLst>
              <a:ext uri="{FF2B5EF4-FFF2-40B4-BE49-F238E27FC236}">
                <a16:creationId xmlns:a16="http://schemas.microsoft.com/office/drawing/2014/main" id="{BA13CD13-089A-FB46-ABE6-3DB9B5D8C613}"/>
              </a:ext>
            </a:extLst>
          </p:cNvPr>
          <p:cNvSpPr>
            <a:spLocks noGrp="1"/>
          </p:cNvSpPr>
          <p:nvPr userDrawn="1">
            <p:ph type="body" sz="quarter" idx="27"/>
          </p:nvPr>
        </p:nvSpPr>
        <p:spPr>
          <a:xfrm>
            <a:off x="2160489" y="18249725"/>
            <a:ext cx="12835090" cy="4986050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 numCol="1"/>
          <a:lstStyle>
            <a:lvl1pPr>
              <a:lnSpc>
                <a:spcPct val="105000"/>
              </a:lnSpc>
              <a:defRPr sz="32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31" name="Textplatzhalter 12">
            <a:extLst>
              <a:ext uri="{FF2B5EF4-FFF2-40B4-BE49-F238E27FC236}">
                <a16:creationId xmlns:a16="http://schemas.microsoft.com/office/drawing/2014/main" id="{4F3B1285-F093-F046-AA6C-8457920A443D}"/>
              </a:ext>
            </a:extLst>
          </p:cNvPr>
          <p:cNvSpPr>
            <a:spLocks noGrp="1"/>
          </p:cNvSpPr>
          <p:nvPr userDrawn="1">
            <p:ph type="body" sz="quarter" idx="28" hasCustomPrompt="1"/>
          </p:nvPr>
        </p:nvSpPr>
        <p:spPr>
          <a:xfrm>
            <a:off x="20299987" y="4840041"/>
            <a:ext cx="7701789" cy="2049842"/>
          </a:xfrm>
        </p:spPr>
        <p:txBody>
          <a:bodyPr lIns="144000" tIns="144000" numCol="1"/>
          <a:lstStyle>
            <a:lvl1pPr>
              <a:lnSpc>
                <a:spcPct val="105000"/>
              </a:lnSpc>
              <a:defRPr sz="3600"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Name der Mitarbeiter</a:t>
            </a:r>
          </a:p>
        </p:txBody>
      </p:sp>
      <p:sp>
        <p:nvSpPr>
          <p:cNvPr id="132" name="Bildplatzhalter 6">
            <a:extLst>
              <a:ext uri="{FF2B5EF4-FFF2-40B4-BE49-F238E27FC236}">
                <a16:creationId xmlns:a16="http://schemas.microsoft.com/office/drawing/2014/main" id="{E8098141-E252-8645-844F-24A1637E7785}"/>
              </a:ext>
            </a:extLst>
          </p:cNvPr>
          <p:cNvSpPr>
            <a:spLocks noGrp="1"/>
          </p:cNvSpPr>
          <p:nvPr userDrawn="1">
            <p:ph type="pic" sz="quarter" idx="30" hasCustomPrompt="1"/>
          </p:nvPr>
        </p:nvSpPr>
        <p:spPr>
          <a:xfrm>
            <a:off x="20299987" y="7245572"/>
            <a:ext cx="7678986" cy="1906648"/>
          </a:xfrm>
        </p:spPr>
        <p:txBody>
          <a:bodyPr/>
          <a:lstStyle>
            <a:lvl1pPr>
              <a:defRPr sz="2800"/>
            </a:lvl1pPr>
          </a:lstStyle>
          <a:p>
            <a:r>
              <a:rPr lang="de-DE" dirty="0"/>
              <a:t>Logo (optional)</a:t>
            </a:r>
          </a:p>
        </p:txBody>
      </p:sp>
      <p:sp>
        <p:nvSpPr>
          <p:cNvPr id="133" name="Textplatzhalter 12">
            <a:extLst>
              <a:ext uri="{FF2B5EF4-FFF2-40B4-BE49-F238E27FC236}">
                <a16:creationId xmlns:a16="http://schemas.microsoft.com/office/drawing/2014/main" id="{97983FFB-18F9-9048-9BAB-39A0DB0E9AF2}"/>
              </a:ext>
            </a:extLst>
          </p:cNvPr>
          <p:cNvSpPr>
            <a:spLocks noGrp="1"/>
          </p:cNvSpPr>
          <p:nvPr userDrawn="1">
            <p:ph type="body" sz="quarter" idx="31" hasCustomPrompt="1"/>
          </p:nvPr>
        </p:nvSpPr>
        <p:spPr>
          <a:xfrm>
            <a:off x="2191901" y="30911574"/>
            <a:ext cx="792453" cy="775390"/>
          </a:xfrm>
          <a:solidFill>
            <a:srgbClr val="00964E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numCol="1" anchor="ctr"/>
          <a:lstStyle>
            <a:lvl1pPr algn="ctr"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34" name="Textplatzhalter 12">
            <a:extLst>
              <a:ext uri="{FF2B5EF4-FFF2-40B4-BE49-F238E27FC236}">
                <a16:creationId xmlns:a16="http://schemas.microsoft.com/office/drawing/2014/main" id="{E699B699-88D8-1B46-9290-5BB6F543991B}"/>
              </a:ext>
            </a:extLst>
          </p:cNvPr>
          <p:cNvSpPr>
            <a:spLocks noGrp="1"/>
          </p:cNvSpPr>
          <p:nvPr userDrawn="1">
            <p:ph type="body" sz="quarter" idx="32" hasCustomPrompt="1"/>
          </p:nvPr>
        </p:nvSpPr>
        <p:spPr>
          <a:xfrm>
            <a:off x="10976272" y="30923635"/>
            <a:ext cx="792453" cy="775390"/>
          </a:xfrm>
          <a:solidFill>
            <a:srgbClr val="00964E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numCol="1" anchor="ctr"/>
          <a:lstStyle>
            <a:lvl1pPr algn="ctr"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02</a:t>
            </a:r>
          </a:p>
        </p:txBody>
      </p:sp>
      <p:sp>
        <p:nvSpPr>
          <p:cNvPr id="135" name="Textplatzhalter 12">
            <a:extLst>
              <a:ext uri="{FF2B5EF4-FFF2-40B4-BE49-F238E27FC236}">
                <a16:creationId xmlns:a16="http://schemas.microsoft.com/office/drawing/2014/main" id="{DA4763B0-FA7E-E043-98F0-798D33271E6B}"/>
              </a:ext>
            </a:extLst>
          </p:cNvPr>
          <p:cNvSpPr>
            <a:spLocks noGrp="1"/>
          </p:cNvSpPr>
          <p:nvPr userDrawn="1">
            <p:ph type="body" sz="quarter" idx="33" hasCustomPrompt="1"/>
          </p:nvPr>
        </p:nvSpPr>
        <p:spPr>
          <a:xfrm>
            <a:off x="19745498" y="30911574"/>
            <a:ext cx="792453" cy="775390"/>
          </a:xfrm>
          <a:solidFill>
            <a:srgbClr val="00964E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numCol="1" anchor="ctr"/>
          <a:lstStyle>
            <a:lvl1pPr algn="ctr"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03</a:t>
            </a:r>
          </a:p>
        </p:txBody>
      </p:sp>
      <p:sp>
        <p:nvSpPr>
          <p:cNvPr id="136" name="Textplatzhalter 12">
            <a:extLst>
              <a:ext uri="{FF2B5EF4-FFF2-40B4-BE49-F238E27FC236}">
                <a16:creationId xmlns:a16="http://schemas.microsoft.com/office/drawing/2014/main" id="{B51D765C-BCFB-C542-BE1A-F73D77815257}"/>
              </a:ext>
            </a:extLst>
          </p:cNvPr>
          <p:cNvSpPr>
            <a:spLocks noGrp="1"/>
          </p:cNvSpPr>
          <p:nvPr userDrawn="1">
            <p:ph type="body" sz="quarter" idx="36" hasCustomPrompt="1"/>
          </p:nvPr>
        </p:nvSpPr>
        <p:spPr>
          <a:xfrm>
            <a:off x="2160488" y="17255194"/>
            <a:ext cx="12835090" cy="775390"/>
          </a:xfrm>
          <a:solidFill>
            <a:srgbClr val="00964E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37" name="Textplatzhalter 12">
            <a:extLst>
              <a:ext uri="{FF2B5EF4-FFF2-40B4-BE49-F238E27FC236}">
                <a16:creationId xmlns:a16="http://schemas.microsoft.com/office/drawing/2014/main" id="{833E62C8-C993-7B47-B63D-9CCA9E053838}"/>
              </a:ext>
            </a:extLst>
          </p:cNvPr>
          <p:cNvSpPr>
            <a:spLocks noGrp="1"/>
          </p:cNvSpPr>
          <p:nvPr userDrawn="1">
            <p:ph type="body" sz="quarter" idx="37" hasCustomPrompt="1"/>
          </p:nvPr>
        </p:nvSpPr>
        <p:spPr>
          <a:xfrm>
            <a:off x="2160488" y="9507909"/>
            <a:ext cx="12835090" cy="775390"/>
          </a:xfrm>
          <a:solidFill>
            <a:srgbClr val="00964E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38" name="Textplatzhalter 12">
            <a:extLst>
              <a:ext uri="{FF2B5EF4-FFF2-40B4-BE49-F238E27FC236}">
                <a16:creationId xmlns:a16="http://schemas.microsoft.com/office/drawing/2014/main" id="{1D735ED9-33DA-614B-83DB-6126F6D12601}"/>
              </a:ext>
            </a:extLst>
          </p:cNvPr>
          <p:cNvSpPr>
            <a:spLocks noGrp="1"/>
          </p:cNvSpPr>
          <p:nvPr userDrawn="1">
            <p:ph type="body" sz="quarter" idx="38" hasCustomPrompt="1"/>
          </p:nvPr>
        </p:nvSpPr>
        <p:spPr>
          <a:xfrm>
            <a:off x="15404750" y="9507909"/>
            <a:ext cx="6090421" cy="775390"/>
          </a:xfrm>
          <a:solidFill>
            <a:srgbClr val="00964E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39" name="Textplatzhalter 12">
            <a:extLst>
              <a:ext uri="{FF2B5EF4-FFF2-40B4-BE49-F238E27FC236}">
                <a16:creationId xmlns:a16="http://schemas.microsoft.com/office/drawing/2014/main" id="{151FD51B-137C-254F-8777-D68647650DB8}"/>
              </a:ext>
            </a:extLst>
          </p:cNvPr>
          <p:cNvSpPr>
            <a:spLocks noGrp="1"/>
          </p:cNvSpPr>
          <p:nvPr userDrawn="1">
            <p:ph type="body" sz="quarter" idx="39" hasCustomPrompt="1"/>
          </p:nvPr>
        </p:nvSpPr>
        <p:spPr>
          <a:xfrm>
            <a:off x="21898291" y="9489070"/>
            <a:ext cx="6090421" cy="775390"/>
          </a:xfrm>
          <a:solidFill>
            <a:srgbClr val="00964E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</p:spTree>
    <p:extLst>
      <p:ext uri="{BB962C8B-B14F-4D97-AF65-F5344CB8AC3E}">
        <p14:creationId xmlns:p14="http://schemas.microsoft.com/office/powerpoint/2010/main" val="3533771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5861">
          <p15:clr>
            <a:srgbClr val="FBAE40"/>
          </p15:clr>
        </p15:guide>
        <p15:guide id="3" orient="horz" pos="1906">
          <p15:clr>
            <a:srgbClr val="FBAE40"/>
          </p15:clr>
        </p15:guide>
        <p15:guide id="4" pos="1371">
          <p15:clr>
            <a:srgbClr val="FBAE40"/>
          </p15:clr>
        </p15:guide>
        <p15:guide id="5" orient="horz" pos="18162">
          <p15:clr>
            <a:srgbClr val="FBAE40"/>
          </p15:clr>
        </p15:guide>
        <p15:guide id="6" orient="horz" pos="25538">
          <p15:clr>
            <a:srgbClr val="FBAE40"/>
          </p15:clr>
        </p15:guide>
        <p15:guide id="7" orient="horz" pos="527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TWK, Allgemein – cy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Hintergrund Briefsymbol">
            <a:extLst>
              <a:ext uri="{FF2B5EF4-FFF2-40B4-BE49-F238E27FC236}">
                <a16:creationId xmlns:a16="http://schemas.microsoft.com/office/drawing/2014/main" id="{96EBA6AD-DF51-3242-85C5-F55D80E3F397}"/>
              </a:ext>
            </a:extLst>
          </p:cNvPr>
          <p:cNvSpPr/>
          <p:nvPr userDrawn="1"/>
        </p:nvSpPr>
        <p:spPr bwMode="auto">
          <a:xfrm>
            <a:off x="2191901" y="39933917"/>
            <a:ext cx="1515600" cy="759600"/>
          </a:xfrm>
          <a:prstGeom prst="rect">
            <a:avLst/>
          </a:prstGeom>
          <a:solidFill>
            <a:srgbClr val="009EE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1767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8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pic>
        <p:nvPicPr>
          <p:cNvPr id="29" name="Briefsymbol">
            <a:extLst>
              <a:ext uri="{FF2B5EF4-FFF2-40B4-BE49-F238E27FC236}">
                <a16:creationId xmlns:a16="http://schemas.microsoft.com/office/drawing/2014/main" id="{754694F6-68BE-5442-8650-C644177709F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2376" y="40059015"/>
            <a:ext cx="685800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0" name="Textplatzhalter 12">
            <a:extLst>
              <a:ext uri="{FF2B5EF4-FFF2-40B4-BE49-F238E27FC236}">
                <a16:creationId xmlns:a16="http://schemas.microsoft.com/office/drawing/2014/main" id="{D66D06F7-12DE-744B-A1AA-CBA94DA90D80}"/>
              </a:ext>
            </a:extLst>
          </p:cNvPr>
          <p:cNvSpPr>
            <a:spLocks noGrp="1"/>
          </p:cNvSpPr>
          <p:nvPr userDrawn="1">
            <p:ph type="body" sz="quarter" idx="29"/>
          </p:nvPr>
        </p:nvSpPr>
        <p:spPr>
          <a:xfrm>
            <a:off x="3976366" y="39566296"/>
            <a:ext cx="18650072" cy="1493769"/>
          </a:xfrm>
          <a:noFill/>
        </p:spPr>
        <p:txBody>
          <a:bodyPr wrap="none" lIns="0" tIns="72000" rIns="144000" bIns="144000" numCol="1">
            <a:noAutofit/>
          </a:bodyPr>
          <a:lstStyle>
            <a:lvl1pPr marL="216000" marR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1952625" algn="l"/>
              </a:tabLst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marL="0" marR="0" lvl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Mastertextformat bearbeiten
Zweite Ebene
Dritte Ebene
Vierte Ebene
Fünfte Ebene</a:t>
            </a:r>
          </a:p>
          <a:p>
            <a:pPr lvl="0"/>
            <a:endParaRPr lang="de-DE" dirty="0"/>
          </a:p>
        </p:txBody>
      </p:sp>
      <p:sp>
        <p:nvSpPr>
          <p:cNvPr id="121" name="Bildplatzhalter 10">
            <a:extLst>
              <a:ext uri="{FF2B5EF4-FFF2-40B4-BE49-F238E27FC236}">
                <a16:creationId xmlns:a16="http://schemas.microsoft.com/office/drawing/2014/main" id="{72FB2959-5371-8C46-8BA8-7ED3BC3DB029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2207288" y="23460661"/>
            <a:ext cx="8226303" cy="8226303"/>
          </a:xfrm>
        </p:spPr>
        <p:txBody>
          <a:bodyPr anchor="ctr" anchorCtr="0"/>
          <a:lstStyle>
            <a:lvl1pPr algn="ctr">
              <a:defRPr sz="3911"/>
            </a:lvl1pPr>
          </a:lstStyle>
          <a:p>
            <a:r>
              <a:rPr lang="de-DE" dirty="0"/>
              <a:t>Diagramm/Grafik/Bild durch Klicken auf das Symbol hinzufügen. </a:t>
            </a:r>
          </a:p>
        </p:txBody>
      </p:sp>
      <p:sp>
        <p:nvSpPr>
          <p:cNvPr id="122" name="Bildplatzhalter 10">
            <a:extLst>
              <a:ext uri="{FF2B5EF4-FFF2-40B4-BE49-F238E27FC236}">
                <a16:creationId xmlns:a16="http://schemas.microsoft.com/office/drawing/2014/main" id="{FE38B818-AB0D-A246-B8A3-43E275944354}"/>
              </a:ext>
            </a:extLst>
          </p:cNvPr>
          <p:cNvSpPr>
            <a:spLocks noGrp="1"/>
          </p:cNvSpPr>
          <p:nvPr userDrawn="1">
            <p:ph type="pic" sz="quarter" idx="35" hasCustomPrompt="1"/>
          </p:nvPr>
        </p:nvSpPr>
        <p:spPr>
          <a:xfrm>
            <a:off x="19752670" y="23460661"/>
            <a:ext cx="8226303" cy="8226303"/>
          </a:xfrm>
        </p:spPr>
        <p:txBody>
          <a:bodyPr anchor="ctr" anchorCtr="0"/>
          <a:lstStyle>
            <a:lvl1pPr algn="ctr">
              <a:defRPr sz="3911"/>
            </a:lvl1pPr>
          </a:lstStyle>
          <a:p>
            <a:r>
              <a:rPr lang="de-DE" dirty="0"/>
              <a:t>Diagramm/Grafik/Bild durch Klicken auf das Symbol hinzufügen. </a:t>
            </a:r>
          </a:p>
        </p:txBody>
      </p:sp>
      <p:sp>
        <p:nvSpPr>
          <p:cNvPr id="123" name="Bildplatzhalter 10">
            <a:extLst>
              <a:ext uri="{FF2B5EF4-FFF2-40B4-BE49-F238E27FC236}">
                <a16:creationId xmlns:a16="http://schemas.microsoft.com/office/drawing/2014/main" id="{73EA14DD-35A9-3147-B8C1-7F11816F0AC2}"/>
              </a:ext>
            </a:extLst>
          </p:cNvPr>
          <p:cNvSpPr>
            <a:spLocks noGrp="1"/>
          </p:cNvSpPr>
          <p:nvPr userDrawn="1">
            <p:ph type="pic" sz="quarter" idx="34" hasCustomPrompt="1"/>
          </p:nvPr>
        </p:nvSpPr>
        <p:spPr>
          <a:xfrm>
            <a:off x="10983686" y="23472722"/>
            <a:ext cx="8226303" cy="8226303"/>
          </a:xfrm>
        </p:spPr>
        <p:txBody>
          <a:bodyPr anchor="ctr" anchorCtr="0"/>
          <a:lstStyle>
            <a:lvl1pPr algn="ctr">
              <a:defRPr sz="3911"/>
            </a:lvl1pPr>
          </a:lstStyle>
          <a:p>
            <a:r>
              <a:rPr lang="de-DE" dirty="0"/>
              <a:t>Diagramm/Grafik/Bild durch Klicken auf das Symbol hinzufügen. </a:t>
            </a:r>
          </a:p>
        </p:txBody>
      </p:sp>
      <p:sp>
        <p:nvSpPr>
          <p:cNvPr id="124" name="Titel 1">
            <a:extLst>
              <a:ext uri="{FF2B5EF4-FFF2-40B4-BE49-F238E27FC236}">
                <a16:creationId xmlns:a16="http://schemas.microsoft.com/office/drawing/2014/main" id="{BEECB329-5C7B-8D44-84ED-FDDFFA06A65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2243624" y="4840041"/>
            <a:ext cx="17310208" cy="4312179"/>
          </a:xfrm>
        </p:spPr>
        <p:txBody>
          <a:bodyPr/>
          <a:lstStyle>
            <a:lvl1pPr algn="l">
              <a:lnSpc>
                <a:spcPct val="90000"/>
              </a:lnSpc>
              <a:defRPr sz="88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5" name="Textplatzhalter 12">
            <a:extLst>
              <a:ext uri="{FF2B5EF4-FFF2-40B4-BE49-F238E27FC236}">
                <a16:creationId xmlns:a16="http://schemas.microsoft.com/office/drawing/2014/main" id="{99C83AC9-62AE-744B-A739-68D00B035091}"/>
              </a:ext>
            </a:extLst>
          </p:cNvPr>
          <p:cNvSpPr>
            <a:spLocks noGrp="1"/>
          </p:cNvSpPr>
          <p:nvPr userDrawn="1">
            <p:ph type="body" sz="quarter" idx="14"/>
          </p:nvPr>
        </p:nvSpPr>
        <p:spPr>
          <a:xfrm>
            <a:off x="2191901" y="32954514"/>
            <a:ext cx="25809875" cy="6149805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 numCol="4"/>
          <a:lstStyle>
            <a:lvl1pPr marL="0" marR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marL="0" marR="0" lvl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6" name="Textplatzhalter 12">
            <a:extLst>
              <a:ext uri="{FF2B5EF4-FFF2-40B4-BE49-F238E27FC236}">
                <a16:creationId xmlns:a16="http://schemas.microsoft.com/office/drawing/2014/main" id="{9D8776B8-2695-F547-BE2D-17DC06D4704D}"/>
              </a:ext>
            </a:extLst>
          </p:cNvPr>
          <p:cNvSpPr>
            <a:spLocks noGrp="1"/>
          </p:cNvSpPr>
          <p:nvPr userDrawn="1">
            <p:ph type="body" sz="quarter" idx="15"/>
          </p:nvPr>
        </p:nvSpPr>
        <p:spPr>
          <a:xfrm>
            <a:off x="21898292" y="10476343"/>
            <a:ext cx="6090421" cy="12797745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/>
          <a:lstStyle>
            <a:lvl1pPr>
              <a:lnSpc>
                <a:spcPct val="105000"/>
              </a:lnSpc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7" name="Textplatzhalter 12">
            <a:extLst>
              <a:ext uri="{FF2B5EF4-FFF2-40B4-BE49-F238E27FC236}">
                <a16:creationId xmlns:a16="http://schemas.microsoft.com/office/drawing/2014/main" id="{61A4CC44-3FB8-5049-8F6D-597FE8E8BC10}"/>
              </a:ext>
            </a:extLst>
          </p:cNvPr>
          <p:cNvSpPr>
            <a:spLocks noGrp="1"/>
          </p:cNvSpPr>
          <p:nvPr userDrawn="1">
            <p:ph type="body" sz="quarter" idx="16"/>
          </p:nvPr>
        </p:nvSpPr>
        <p:spPr>
          <a:xfrm>
            <a:off x="2160488" y="10451516"/>
            <a:ext cx="12835090" cy="6504116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 numCol="2"/>
          <a:lstStyle>
            <a:lvl1pPr>
              <a:lnSpc>
                <a:spcPct val="105000"/>
              </a:lnSpc>
              <a:defRPr sz="32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8" name="Textplatzhalter 12">
            <a:extLst>
              <a:ext uri="{FF2B5EF4-FFF2-40B4-BE49-F238E27FC236}">
                <a16:creationId xmlns:a16="http://schemas.microsoft.com/office/drawing/2014/main" id="{F0F0B395-6C19-D34D-B4AD-E26D066F6F4A}"/>
              </a:ext>
            </a:extLst>
          </p:cNvPr>
          <p:cNvSpPr>
            <a:spLocks noGrp="1"/>
          </p:cNvSpPr>
          <p:nvPr userDrawn="1">
            <p:ph type="body" sz="quarter" idx="18"/>
          </p:nvPr>
        </p:nvSpPr>
        <p:spPr>
          <a:xfrm>
            <a:off x="15404750" y="10453569"/>
            <a:ext cx="6090421" cy="12797745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/>
          <a:lstStyle>
            <a:lvl1pPr>
              <a:lnSpc>
                <a:spcPct val="105000"/>
              </a:lnSpc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9" name="Textplatzhalter 12">
            <a:extLst>
              <a:ext uri="{FF2B5EF4-FFF2-40B4-BE49-F238E27FC236}">
                <a16:creationId xmlns:a16="http://schemas.microsoft.com/office/drawing/2014/main" id="{F318A43E-7BCF-6241-82D5-BA9B604538F4}"/>
              </a:ext>
            </a:extLst>
          </p:cNvPr>
          <p:cNvSpPr>
            <a:spLocks noGrp="1"/>
          </p:cNvSpPr>
          <p:nvPr userDrawn="1">
            <p:ph type="body" sz="quarter" idx="21" hasCustomPrompt="1"/>
          </p:nvPr>
        </p:nvSpPr>
        <p:spPr>
          <a:xfrm>
            <a:off x="2207288" y="31939724"/>
            <a:ext cx="12772117" cy="775390"/>
          </a:xfrm>
          <a:solidFill>
            <a:srgbClr val="009EE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Diskussion</a:t>
            </a:r>
          </a:p>
        </p:txBody>
      </p:sp>
      <p:sp>
        <p:nvSpPr>
          <p:cNvPr id="130" name="Textplatzhalter 12">
            <a:extLst>
              <a:ext uri="{FF2B5EF4-FFF2-40B4-BE49-F238E27FC236}">
                <a16:creationId xmlns:a16="http://schemas.microsoft.com/office/drawing/2014/main" id="{BA13CD13-089A-FB46-ABE6-3DB9B5D8C613}"/>
              </a:ext>
            </a:extLst>
          </p:cNvPr>
          <p:cNvSpPr>
            <a:spLocks noGrp="1"/>
          </p:cNvSpPr>
          <p:nvPr userDrawn="1">
            <p:ph type="body" sz="quarter" idx="27"/>
          </p:nvPr>
        </p:nvSpPr>
        <p:spPr>
          <a:xfrm>
            <a:off x="2160489" y="18249725"/>
            <a:ext cx="12835090" cy="4986050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 numCol="1"/>
          <a:lstStyle>
            <a:lvl1pPr>
              <a:lnSpc>
                <a:spcPct val="105000"/>
              </a:lnSpc>
              <a:defRPr sz="32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31" name="Textplatzhalter 12">
            <a:extLst>
              <a:ext uri="{FF2B5EF4-FFF2-40B4-BE49-F238E27FC236}">
                <a16:creationId xmlns:a16="http://schemas.microsoft.com/office/drawing/2014/main" id="{4F3B1285-F093-F046-AA6C-8457920A443D}"/>
              </a:ext>
            </a:extLst>
          </p:cNvPr>
          <p:cNvSpPr>
            <a:spLocks noGrp="1"/>
          </p:cNvSpPr>
          <p:nvPr userDrawn="1">
            <p:ph type="body" sz="quarter" idx="28" hasCustomPrompt="1"/>
          </p:nvPr>
        </p:nvSpPr>
        <p:spPr>
          <a:xfrm>
            <a:off x="20299987" y="4840041"/>
            <a:ext cx="7701789" cy="2049842"/>
          </a:xfrm>
        </p:spPr>
        <p:txBody>
          <a:bodyPr lIns="144000" tIns="144000" numCol="1"/>
          <a:lstStyle>
            <a:lvl1pPr>
              <a:lnSpc>
                <a:spcPct val="105000"/>
              </a:lnSpc>
              <a:defRPr sz="3600"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Name der Mitarbeiter</a:t>
            </a:r>
          </a:p>
        </p:txBody>
      </p:sp>
      <p:sp>
        <p:nvSpPr>
          <p:cNvPr id="132" name="Bildplatzhalter 6">
            <a:extLst>
              <a:ext uri="{FF2B5EF4-FFF2-40B4-BE49-F238E27FC236}">
                <a16:creationId xmlns:a16="http://schemas.microsoft.com/office/drawing/2014/main" id="{E8098141-E252-8645-844F-24A1637E7785}"/>
              </a:ext>
            </a:extLst>
          </p:cNvPr>
          <p:cNvSpPr>
            <a:spLocks noGrp="1"/>
          </p:cNvSpPr>
          <p:nvPr userDrawn="1">
            <p:ph type="pic" sz="quarter" idx="30" hasCustomPrompt="1"/>
          </p:nvPr>
        </p:nvSpPr>
        <p:spPr>
          <a:xfrm>
            <a:off x="20299987" y="7245572"/>
            <a:ext cx="7678986" cy="1906648"/>
          </a:xfrm>
        </p:spPr>
        <p:txBody>
          <a:bodyPr/>
          <a:lstStyle>
            <a:lvl1pPr>
              <a:defRPr sz="2800"/>
            </a:lvl1pPr>
          </a:lstStyle>
          <a:p>
            <a:r>
              <a:rPr lang="de-DE" dirty="0"/>
              <a:t>Logo (optional)</a:t>
            </a:r>
          </a:p>
        </p:txBody>
      </p:sp>
      <p:sp>
        <p:nvSpPr>
          <p:cNvPr id="133" name="Textplatzhalter 12">
            <a:extLst>
              <a:ext uri="{FF2B5EF4-FFF2-40B4-BE49-F238E27FC236}">
                <a16:creationId xmlns:a16="http://schemas.microsoft.com/office/drawing/2014/main" id="{97983FFB-18F9-9048-9BAB-39A0DB0E9AF2}"/>
              </a:ext>
            </a:extLst>
          </p:cNvPr>
          <p:cNvSpPr>
            <a:spLocks noGrp="1"/>
          </p:cNvSpPr>
          <p:nvPr userDrawn="1">
            <p:ph type="body" sz="quarter" idx="31" hasCustomPrompt="1"/>
          </p:nvPr>
        </p:nvSpPr>
        <p:spPr>
          <a:xfrm>
            <a:off x="2191901" y="30911574"/>
            <a:ext cx="792453" cy="775390"/>
          </a:xfrm>
          <a:solidFill>
            <a:srgbClr val="009EE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numCol="1" anchor="ctr"/>
          <a:lstStyle>
            <a:lvl1pPr algn="ctr"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34" name="Textplatzhalter 12">
            <a:extLst>
              <a:ext uri="{FF2B5EF4-FFF2-40B4-BE49-F238E27FC236}">
                <a16:creationId xmlns:a16="http://schemas.microsoft.com/office/drawing/2014/main" id="{E699B699-88D8-1B46-9290-5BB6F543991B}"/>
              </a:ext>
            </a:extLst>
          </p:cNvPr>
          <p:cNvSpPr>
            <a:spLocks noGrp="1"/>
          </p:cNvSpPr>
          <p:nvPr userDrawn="1">
            <p:ph type="body" sz="quarter" idx="32" hasCustomPrompt="1"/>
          </p:nvPr>
        </p:nvSpPr>
        <p:spPr>
          <a:xfrm>
            <a:off x="10976272" y="30923635"/>
            <a:ext cx="792453" cy="775390"/>
          </a:xfrm>
          <a:solidFill>
            <a:srgbClr val="009EE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numCol="1" anchor="ctr"/>
          <a:lstStyle>
            <a:lvl1pPr algn="ctr"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02</a:t>
            </a:r>
          </a:p>
        </p:txBody>
      </p:sp>
      <p:sp>
        <p:nvSpPr>
          <p:cNvPr id="135" name="Textplatzhalter 12">
            <a:extLst>
              <a:ext uri="{FF2B5EF4-FFF2-40B4-BE49-F238E27FC236}">
                <a16:creationId xmlns:a16="http://schemas.microsoft.com/office/drawing/2014/main" id="{DA4763B0-FA7E-E043-98F0-798D33271E6B}"/>
              </a:ext>
            </a:extLst>
          </p:cNvPr>
          <p:cNvSpPr>
            <a:spLocks noGrp="1"/>
          </p:cNvSpPr>
          <p:nvPr userDrawn="1">
            <p:ph type="body" sz="quarter" idx="33" hasCustomPrompt="1"/>
          </p:nvPr>
        </p:nvSpPr>
        <p:spPr>
          <a:xfrm>
            <a:off x="19745498" y="30911574"/>
            <a:ext cx="792453" cy="775390"/>
          </a:xfrm>
          <a:solidFill>
            <a:srgbClr val="009EE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numCol="1" anchor="ctr"/>
          <a:lstStyle>
            <a:lvl1pPr algn="ctr"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03</a:t>
            </a:r>
          </a:p>
        </p:txBody>
      </p:sp>
      <p:sp>
        <p:nvSpPr>
          <p:cNvPr id="136" name="Textplatzhalter 12">
            <a:extLst>
              <a:ext uri="{FF2B5EF4-FFF2-40B4-BE49-F238E27FC236}">
                <a16:creationId xmlns:a16="http://schemas.microsoft.com/office/drawing/2014/main" id="{B51D765C-BCFB-C542-BE1A-F73D77815257}"/>
              </a:ext>
            </a:extLst>
          </p:cNvPr>
          <p:cNvSpPr>
            <a:spLocks noGrp="1"/>
          </p:cNvSpPr>
          <p:nvPr userDrawn="1">
            <p:ph type="body" sz="quarter" idx="36" hasCustomPrompt="1"/>
          </p:nvPr>
        </p:nvSpPr>
        <p:spPr>
          <a:xfrm>
            <a:off x="2160488" y="17255194"/>
            <a:ext cx="12835090" cy="775390"/>
          </a:xfrm>
          <a:solidFill>
            <a:srgbClr val="009EE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37" name="Textplatzhalter 12">
            <a:extLst>
              <a:ext uri="{FF2B5EF4-FFF2-40B4-BE49-F238E27FC236}">
                <a16:creationId xmlns:a16="http://schemas.microsoft.com/office/drawing/2014/main" id="{833E62C8-C993-7B47-B63D-9CCA9E053838}"/>
              </a:ext>
            </a:extLst>
          </p:cNvPr>
          <p:cNvSpPr>
            <a:spLocks noGrp="1"/>
          </p:cNvSpPr>
          <p:nvPr userDrawn="1">
            <p:ph type="body" sz="quarter" idx="37" hasCustomPrompt="1"/>
          </p:nvPr>
        </p:nvSpPr>
        <p:spPr>
          <a:xfrm>
            <a:off x="2160488" y="9507909"/>
            <a:ext cx="12835090" cy="775390"/>
          </a:xfrm>
          <a:solidFill>
            <a:srgbClr val="009EE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38" name="Textplatzhalter 12">
            <a:extLst>
              <a:ext uri="{FF2B5EF4-FFF2-40B4-BE49-F238E27FC236}">
                <a16:creationId xmlns:a16="http://schemas.microsoft.com/office/drawing/2014/main" id="{1D735ED9-33DA-614B-83DB-6126F6D12601}"/>
              </a:ext>
            </a:extLst>
          </p:cNvPr>
          <p:cNvSpPr>
            <a:spLocks noGrp="1"/>
          </p:cNvSpPr>
          <p:nvPr userDrawn="1">
            <p:ph type="body" sz="quarter" idx="38" hasCustomPrompt="1"/>
          </p:nvPr>
        </p:nvSpPr>
        <p:spPr>
          <a:xfrm>
            <a:off x="15404750" y="9507909"/>
            <a:ext cx="6090421" cy="775390"/>
          </a:xfrm>
          <a:solidFill>
            <a:srgbClr val="009EE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39" name="Textplatzhalter 12">
            <a:extLst>
              <a:ext uri="{FF2B5EF4-FFF2-40B4-BE49-F238E27FC236}">
                <a16:creationId xmlns:a16="http://schemas.microsoft.com/office/drawing/2014/main" id="{151FD51B-137C-254F-8777-D68647650DB8}"/>
              </a:ext>
            </a:extLst>
          </p:cNvPr>
          <p:cNvSpPr>
            <a:spLocks noGrp="1"/>
          </p:cNvSpPr>
          <p:nvPr userDrawn="1">
            <p:ph type="body" sz="quarter" idx="39" hasCustomPrompt="1"/>
          </p:nvPr>
        </p:nvSpPr>
        <p:spPr>
          <a:xfrm>
            <a:off x="21898291" y="9489070"/>
            <a:ext cx="6090421" cy="775390"/>
          </a:xfrm>
          <a:solidFill>
            <a:srgbClr val="009EE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</p:spTree>
    <p:extLst>
      <p:ext uri="{BB962C8B-B14F-4D97-AF65-F5344CB8AC3E}">
        <p14:creationId xmlns:p14="http://schemas.microsoft.com/office/powerpoint/2010/main" val="3319939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5861">
          <p15:clr>
            <a:srgbClr val="FBAE40"/>
          </p15:clr>
        </p15:guide>
        <p15:guide id="3" orient="horz" pos="1906">
          <p15:clr>
            <a:srgbClr val="FBAE40"/>
          </p15:clr>
        </p15:guide>
        <p15:guide id="4" pos="1371">
          <p15:clr>
            <a:srgbClr val="FBAE40"/>
          </p15:clr>
        </p15:guide>
        <p15:guide id="5" orient="horz" pos="18162">
          <p15:clr>
            <a:srgbClr val="FBAE40"/>
          </p15:clr>
        </p15:guide>
        <p15:guide id="6" orient="horz" pos="25538">
          <p15:clr>
            <a:srgbClr val="FBAE40"/>
          </p15:clr>
        </p15:guide>
        <p15:guide id="7" orient="horz" pos="527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TWK, Allgemein –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Hintergrund Briefsymbol">
            <a:extLst>
              <a:ext uri="{FF2B5EF4-FFF2-40B4-BE49-F238E27FC236}">
                <a16:creationId xmlns:a16="http://schemas.microsoft.com/office/drawing/2014/main" id="{96EBA6AD-DF51-3242-85C5-F55D80E3F397}"/>
              </a:ext>
            </a:extLst>
          </p:cNvPr>
          <p:cNvSpPr/>
          <p:nvPr userDrawn="1"/>
        </p:nvSpPr>
        <p:spPr bwMode="auto">
          <a:xfrm>
            <a:off x="2191901" y="39933917"/>
            <a:ext cx="1515600" cy="75960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1767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8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pic>
        <p:nvPicPr>
          <p:cNvPr id="29" name="Briefsymbol">
            <a:extLst>
              <a:ext uri="{FF2B5EF4-FFF2-40B4-BE49-F238E27FC236}">
                <a16:creationId xmlns:a16="http://schemas.microsoft.com/office/drawing/2014/main" id="{754694F6-68BE-5442-8650-C644177709F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2376" y="40059015"/>
            <a:ext cx="685800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0" name="Textplatzhalter 12">
            <a:extLst>
              <a:ext uri="{FF2B5EF4-FFF2-40B4-BE49-F238E27FC236}">
                <a16:creationId xmlns:a16="http://schemas.microsoft.com/office/drawing/2014/main" id="{D66D06F7-12DE-744B-A1AA-CBA94DA90D80}"/>
              </a:ext>
            </a:extLst>
          </p:cNvPr>
          <p:cNvSpPr>
            <a:spLocks noGrp="1"/>
          </p:cNvSpPr>
          <p:nvPr userDrawn="1">
            <p:ph type="body" sz="quarter" idx="29"/>
          </p:nvPr>
        </p:nvSpPr>
        <p:spPr>
          <a:xfrm>
            <a:off x="3976366" y="39566296"/>
            <a:ext cx="18650072" cy="1493769"/>
          </a:xfrm>
          <a:noFill/>
        </p:spPr>
        <p:txBody>
          <a:bodyPr wrap="none" lIns="0" tIns="72000" rIns="144000" bIns="144000" numCol="1">
            <a:noAutofit/>
          </a:bodyPr>
          <a:lstStyle>
            <a:lvl1pPr marL="216000" marR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1952625" algn="l"/>
              </a:tabLst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marL="0" marR="0" lvl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Mastertextformat bearbeiten
Zweite Ebene
Dritte Ebene
Vierte Ebene
Fünfte Ebene</a:t>
            </a:r>
          </a:p>
          <a:p>
            <a:pPr lvl="0"/>
            <a:endParaRPr lang="de-DE" dirty="0"/>
          </a:p>
        </p:txBody>
      </p:sp>
      <p:sp>
        <p:nvSpPr>
          <p:cNvPr id="121" name="Bildplatzhalter 10">
            <a:extLst>
              <a:ext uri="{FF2B5EF4-FFF2-40B4-BE49-F238E27FC236}">
                <a16:creationId xmlns:a16="http://schemas.microsoft.com/office/drawing/2014/main" id="{72FB2959-5371-8C46-8BA8-7ED3BC3DB029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2207288" y="23460661"/>
            <a:ext cx="8226303" cy="8226303"/>
          </a:xfrm>
        </p:spPr>
        <p:txBody>
          <a:bodyPr anchor="ctr" anchorCtr="0"/>
          <a:lstStyle>
            <a:lvl1pPr algn="ctr">
              <a:defRPr sz="3911"/>
            </a:lvl1pPr>
          </a:lstStyle>
          <a:p>
            <a:r>
              <a:rPr lang="de-DE" dirty="0"/>
              <a:t>Diagramm/Grafik/Bild durch Klicken auf das Symbol hinzufügen. </a:t>
            </a:r>
          </a:p>
        </p:txBody>
      </p:sp>
      <p:sp>
        <p:nvSpPr>
          <p:cNvPr id="122" name="Bildplatzhalter 10">
            <a:extLst>
              <a:ext uri="{FF2B5EF4-FFF2-40B4-BE49-F238E27FC236}">
                <a16:creationId xmlns:a16="http://schemas.microsoft.com/office/drawing/2014/main" id="{FE38B818-AB0D-A246-B8A3-43E275944354}"/>
              </a:ext>
            </a:extLst>
          </p:cNvPr>
          <p:cNvSpPr>
            <a:spLocks noGrp="1"/>
          </p:cNvSpPr>
          <p:nvPr userDrawn="1">
            <p:ph type="pic" sz="quarter" idx="35" hasCustomPrompt="1"/>
          </p:nvPr>
        </p:nvSpPr>
        <p:spPr>
          <a:xfrm>
            <a:off x="19752670" y="23460661"/>
            <a:ext cx="8226303" cy="8226303"/>
          </a:xfrm>
        </p:spPr>
        <p:txBody>
          <a:bodyPr anchor="ctr" anchorCtr="0"/>
          <a:lstStyle>
            <a:lvl1pPr algn="ctr">
              <a:defRPr sz="3911"/>
            </a:lvl1pPr>
          </a:lstStyle>
          <a:p>
            <a:r>
              <a:rPr lang="de-DE" dirty="0"/>
              <a:t>Diagramm/Grafik/Bild durch Klicken auf das Symbol hinzufügen. </a:t>
            </a:r>
          </a:p>
        </p:txBody>
      </p:sp>
      <p:sp>
        <p:nvSpPr>
          <p:cNvPr id="123" name="Bildplatzhalter 10">
            <a:extLst>
              <a:ext uri="{FF2B5EF4-FFF2-40B4-BE49-F238E27FC236}">
                <a16:creationId xmlns:a16="http://schemas.microsoft.com/office/drawing/2014/main" id="{73EA14DD-35A9-3147-B8C1-7F11816F0AC2}"/>
              </a:ext>
            </a:extLst>
          </p:cNvPr>
          <p:cNvSpPr>
            <a:spLocks noGrp="1"/>
          </p:cNvSpPr>
          <p:nvPr userDrawn="1">
            <p:ph type="pic" sz="quarter" idx="34" hasCustomPrompt="1"/>
          </p:nvPr>
        </p:nvSpPr>
        <p:spPr>
          <a:xfrm>
            <a:off x="10983686" y="23472722"/>
            <a:ext cx="8226303" cy="8226303"/>
          </a:xfrm>
        </p:spPr>
        <p:txBody>
          <a:bodyPr anchor="ctr" anchorCtr="0"/>
          <a:lstStyle>
            <a:lvl1pPr algn="ctr">
              <a:defRPr sz="3911"/>
            </a:lvl1pPr>
          </a:lstStyle>
          <a:p>
            <a:r>
              <a:rPr lang="de-DE" dirty="0"/>
              <a:t>Diagramm/Grafik/Bild durch Klicken auf das Symbol hinzufügen. </a:t>
            </a:r>
          </a:p>
        </p:txBody>
      </p:sp>
      <p:sp>
        <p:nvSpPr>
          <p:cNvPr id="124" name="Titel 1">
            <a:extLst>
              <a:ext uri="{FF2B5EF4-FFF2-40B4-BE49-F238E27FC236}">
                <a16:creationId xmlns:a16="http://schemas.microsoft.com/office/drawing/2014/main" id="{BEECB329-5C7B-8D44-84ED-FDDFFA06A65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2243624" y="4840041"/>
            <a:ext cx="17310208" cy="4312179"/>
          </a:xfrm>
        </p:spPr>
        <p:txBody>
          <a:bodyPr/>
          <a:lstStyle>
            <a:lvl1pPr algn="l">
              <a:lnSpc>
                <a:spcPct val="90000"/>
              </a:lnSpc>
              <a:defRPr sz="88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5" name="Textplatzhalter 12">
            <a:extLst>
              <a:ext uri="{FF2B5EF4-FFF2-40B4-BE49-F238E27FC236}">
                <a16:creationId xmlns:a16="http://schemas.microsoft.com/office/drawing/2014/main" id="{99C83AC9-62AE-744B-A739-68D00B035091}"/>
              </a:ext>
            </a:extLst>
          </p:cNvPr>
          <p:cNvSpPr>
            <a:spLocks noGrp="1"/>
          </p:cNvSpPr>
          <p:nvPr userDrawn="1">
            <p:ph type="body" sz="quarter" idx="14"/>
          </p:nvPr>
        </p:nvSpPr>
        <p:spPr>
          <a:xfrm>
            <a:off x="2191901" y="32954514"/>
            <a:ext cx="25809875" cy="6149805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 numCol="4"/>
          <a:lstStyle>
            <a:lvl1pPr marL="0" marR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marL="0" marR="0" lvl="0" indent="0" algn="l" defTabSz="3848201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6" name="Textplatzhalter 12">
            <a:extLst>
              <a:ext uri="{FF2B5EF4-FFF2-40B4-BE49-F238E27FC236}">
                <a16:creationId xmlns:a16="http://schemas.microsoft.com/office/drawing/2014/main" id="{9D8776B8-2695-F547-BE2D-17DC06D4704D}"/>
              </a:ext>
            </a:extLst>
          </p:cNvPr>
          <p:cNvSpPr>
            <a:spLocks noGrp="1"/>
          </p:cNvSpPr>
          <p:nvPr userDrawn="1">
            <p:ph type="body" sz="quarter" idx="15"/>
          </p:nvPr>
        </p:nvSpPr>
        <p:spPr>
          <a:xfrm>
            <a:off x="21898292" y="10476343"/>
            <a:ext cx="6090421" cy="12797745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/>
          <a:lstStyle>
            <a:lvl1pPr>
              <a:lnSpc>
                <a:spcPct val="105000"/>
              </a:lnSpc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7" name="Textplatzhalter 12">
            <a:extLst>
              <a:ext uri="{FF2B5EF4-FFF2-40B4-BE49-F238E27FC236}">
                <a16:creationId xmlns:a16="http://schemas.microsoft.com/office/drawing/2014/main" id="{61A4CC44-3FB8-5049-8F6D-597FE8E8BC10}"/>
              </a:ext>
            </a:extLst>
          </p:cNvPr>
          <p:cNvSpPr>
            <a:spLocks noGrp="1"/>
          </p:cNvSpPr>
          <p:nvPr userDrawn="1">
            <p:ph type="body" sz="quarter" idx="16"/>
          </p:nvPr>
        </p:nvSpPr>
        <p:spPr>
          <a:xfrm>
            <a:off x="2160488" y="10451516"/>
            <a:ext cx="12835090" cy="6504116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 numCol="2"/>
          <a:lstStyle>
            <a:lvl1pPr>
              <a:lnSpc>
                <a:spcPct val="105000"/>
              </a:lnSpc>
              <a:defRPr sz="32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8" name="Textplatzhalter 12">
            <a:extLst>
              <a:ext uri="{FF2B5EF4-FFF2-40B4-BE49-F238E27FC236}">
                <a16:creationId xmlns:a16="http://schemas.microsoft.com/office/drawing/2014/main" id="{F0F0B395-6C19-D34D-B4AD-E26D066F6F4A}"/>
              </a:ext>
            </a:extLst>
          </p:cNvPr>
          <p:cNvSpPr>
            <a:spLocks noGrp="1"/>
          </p:cNvSpPr>
          <p:nvPr userDrawn="1">
            <p:ph type="body" sz="quarter" idx="18"/>
          </p:nvPr>
        </p:nvSpPr>
        <p:spPr>
          <a:xfrm>
            <a:off x="15404750" y="10453569"/>
            <a:ext cx="6090421" cy="12797745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/>
          <a:lstStyle>
            <a:lvl1pPr>
              <a:lnSpc>
                <a:spcPct val="105000"/>
              </a:lnSpc>
              <a:defRPr sz="24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29" name="Textplatzhalter 12">
            <a:extLst>
              <a:ext uri="{FF2B5EF4-FFF2-40B4-BE49-F238E27FC236}">
                <a16:creationId xmlns:a16="http://schemas.microsoft.com/office/drawing/2014/main" id="{F318A43E-7BCF-6241-82D5-BA9B604538F4}"/>
              </a:ext>
            </a:extLst>
          </p:cNvPr>
          <p:cNvSpPr>
            <a:spLocks noGrp="1"/>
          </p:cNvSpPr>
          <p:nvPr userDrawn="1">
            <p:ph type="body" sz="quarter" idx="21" hasCustomPrompt="1"/>
          </p:nvPr>
        </p:nvSpPr>
        <p:spPr>
          <a:xfrm>
            <a:off x="2207288" y="31939724"/>
            <a:ext cx="12772117" cy="775390"/>
          </a:xfrm>
          <a:solidFill>
            <a:srgbClr val="00469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Diskussion</a:t>
            </a:r>
          </a:p>
        </p:txBody>
      </p:sp>
      <p:sp>
        <p:nvSpPr>
          <p:cNvPr id="130" name="Textplatzhalter 12">
            <a:extLst>
              <a:ext uri="{FF2B5EF4-FFF2-40B4-BE49-F238E27FC236}">
                <a16:creationId xmlns:a16="http://schemas.microsoft.com/office/drawing/2014/main" id="{BA13CD13-089A-FB46-ABE6-3DB9B5D8C613}"/>
              </a:ext>
            </a:extLst>
          </p:cNvPr>
          <p:cNvSpPr>
            <a:spLocks noGrp="1"/>
          </p:cNvSpPr>
          <p:nvPr userDrawn="1">
            <p:ph type="body" sz="quarter" idx="27"/>
          </p:nvPr>
        </p:nvSpPr>
        <p:spPr>
          <a:xfrm>
            <a:off x="2160489" y="18249725"/>
            <a:ext cx="12835090" cy="4986050"/>
          </a:xfrm>
          <a:solidFill>
            <a:schemeClr val="bg1">
              <a:lumMod val="95000"/>
            </a:schemeClr>
          </a:solidFill>
        </p:spPr>
        <p:txBody>
          <a:bodyPr wrap="none" lIns="144000" tIns="144000" rIns="144000" bIns="144000" numCol="1"/>
          <a:lstStyle>
            <a:lvl1pPr>
              <a:lnSpc>
                <a:spcPct val="105000"/>
              </a:lnSpc>
              <a:defRPr sz="320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Mastertextformat bearbeiten
Zweite Ebene
Dritte Ebene
Vierte Ebene
Fünfte Ebene</a:t>
            </a:r>
          </a:p>
        </p:txBody>
      </p:sp>
      <p:sp>
        <p:nvSpPr>
          <p:cNvPr id="131" name="Textplatzhalter 12">
            <a:extLst>
              <a:ext uri="{FF2B5EF4-FFF2-40B4-BE49-F238E27FC236}">
                <a16:creationId xmlns:a16="http://schemas.microsoft.com/office/drawing/2014/main" id="{4F3B1285-F093-F046-AA6C-8457920A443D}"/>
              </a:ext>
            </a:extLst>
          </p:cNvPr>
          <p:cNvSpPr>
            <a:spLocks noGrp="1"/>
          </p:cNvSpPr>
          <p:nvPr userDrawn="1">
            <p:ph type="body" sz="quarter" idx="28" hasCustomPrompt="1"/>
          </p:nvPr>
        </p:nvSpPr>
        <p:spPr>
          <a:xfrm>
            <a:off x="20299987" y="4840041"/>
            <a:ext cx="7701789" cy="2049842"/>
          </a:xfrm>
        </p:spPr>
        <p:txBody>
          <a:bodyPr lIns="144000" tIns="144000" numCol="1"/>
          <a:lstStyle>
            <a:lvl1pPr>
              <a:lnSpc>
                <a:spcPct val="105000"/>
              </a:lnSpc>
              <a:defRPr sz="3600"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Name der Mitarbeiter</a:t>
            </a:r>
          </a:p>
        </p:txBody>
      </p:sp>
      <p:sp>
        <p:nvSpPr>
          <p:cNvPr id="132" name="Bildplatzhalter 6">
            <a:extLst>
              <a:ext uri="{FF2B5EF4-FFF2-40B4-BE49-F238E27FC236}">
                <a16:creationId xmlns:a16="http://schemas.microsoft.com/office/drawing/2014/main" id="{E8098141-E252-8645-844F-24A1637E7785}"/>
              </a:ext>
            </a:extLst>
          </p:cNvPr>
          <p:cNvSpPr>
            <a:spLocks noGrp="1"/>
          </p:cNvSpPr>
          <p:nvPr userDrawn="1">
            <p:ph type="pic" sz="quarter" idx="30" hasCustomPrompt="1"/>
          </p:nvPr>
        </p:nvSpPr>
        <p:spPr>
          <a:xfrm>
            <a:off x="20299987" y="7245572"/>
            <a:ext cx="7678986" cy="1906648"/>
          </a:xfrm>
        </p:spPr>
        <p:txBody>
          <a:bodyPr/>
          <a:lstStyle>
            <a:lvl1pPr>
              <a:defRPr sz="2800"/>
            </a:lvl1pPr>
          </a:lstStyle>
          <a:p>
            <a:r>
              <a:rPr lang="de-DE" dirty="0"/>
              <a:t>Logo (optional)</a:t>
            </a:r>
          </a:p>
        </p:txBody>
      </p:sp>
      <p:sp>
        <p:nvSpPr>
          <p:cNvPr id="133" name="Textplatzhalter 12">
            <a:extLst>
              <a:ext uri="{FF2B5EF4-FFF2-40B4-BE49-F238E27FC236}">
                <a16:creationId xmlns:a16="http://schemas.microsoft.com/office/drawing/2014/main" id="{97983FFB-18F9-9048-9BAB-39A0DB0E9AF2}"/>
              </a:ext>
            </a:extLst>
          </p:cNvPr>
          <p:cNvSpPr>
            <a:spLocks noGrp="1"/>
          </p:cNvSpPr>
          <p:nvPr userDrawn="1">
            <p:ph type="body" sz="quarter" idx="31" hasCustomPrompt="1"/>
          </p:nvPr>
        </p:nvSpPr>
        <p:spPr>
          <a:xfrm>
            <a:off x="2191901" y="30911574"/>
            <a:ext cx="792453" cy="775390"/>
          </a:xfrm>
          <a:solidFill>
            <a:srgbClr val="00469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numCol="1" anchor="ctr"/>
          <a:lstStyle>
            <a:lvl1pPr algn="ctr"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34" name="Textplatzhalter 12">
            <a:extLst>
              <a:ext uri="{FF2B5EF4-FFF2-40B4-BE49-F238E27FC236}">
                <a16:creationId xmlns:a16="http://schemas.microsoft.com/office/drawing/2014/main" id="{E699B699-88D8-1B46-9290-5BB6F543991B}"/>
              </a:ext>
            </a:extLst>
          </p:cNvPr>
          <p:cNvSpPr>
            <a:spLocks noGrp="1"/>
          </p:cNvSpPr>
          <p:nvPr userDrawn="1">
            <p:ph type="body" sz="quarter" idx="32" hasCustomPrompt="1"/>
          </p:nvPr>
        </p:nvSpPr>
        <p:spPr>
          <a:xfrm>
            <a:off x="10976272" y="30923635"/>
            <a:ext cx="792453" cy="775390"/>
          </a:xfrm>
          <a:solidFill>
            <a:srgbClr val="00469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numCol="1" anchor="ctr"/>
          <a:lstStyle>
            <a:lvl1pPr algn="ctr"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02</a:t>
            </a:r>
          </a:p>
        </p:txBody>
      </p:sp>
      <p:sp>
        <p:nvSpPr>
          <p:cNvPr id="135" name="Textplatzhalter 12">
            <a:extLst>
              <a:ext uri="{FF2B5EF4-FFF2-40B4-BE49-F238E27FC236}">
                <a16:creationId xmlns:a16="http://schemas.microsoft.com/office/drawing/2014/main" id="{DA4763B0-FA7E-E043-98F0-798D33271E6B}"/>
              </a:ext>
            </a:extLst>
          </p:cNvPr>
          <p:cNvSpPr>
            <a:spLocks noGrp="1"/>
          </p:cNvSpPr>
          <p:nvPr userDrawn="1">
            <p:ph type="body" sz="quarter" idx="33" hasCustomPrompt="1"/>
          </p:nvPr>
        </p:nvSpPr>
        <p:spPr>
          <a:xfrm>
            <a:off x="19745498" y="30911574"/>
            <a:ext cx="792453" cy="775390"/>
          </a:xfrm>
          <a:solidFill>
            <a:srgbClr val="00469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numCol="1" anchor="ctr"/>
          <a:lstStyle>
            <a:lvl1pPr algn="ctr"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03</a:t>
            </a:r>
          </a:p>
        </p:txBody>
      </p:sp>
      <p:sp>
        <p:nvSpPr>
          <p:cNvPr id="136" name="Textplatzhalter 12">
            <a:extLst>
              <a:ext uri="{FF2B5EF4-FFF2-40B4-BE49-F238E27FC236}">
                <a16:creationId xmlns:a16="http://schemas.microsoft.com/office/drawing/2014/main" id="{B51D765C-BCFB-C542-BE1A-F73D77815257}"/>
              </a:ext>
            </a:extLst>
          </p:cNvPr>
          <p:cNvSpPr>
            <a:spLocks noGrp="1"/>
          </p:cNvSpPr>
          <p:nvPr userDrawn="1">
            <p:ph type="body" sz="quarter" idx="36" hasCustomPrompt="1"/>
          </p:nvPr>
        </p:nvSpPr>
        <p:spPr>
          <a:xfrm>
            <a:off x="2160488" y="17255194"/>
            <a:ext cx="12835090" cy="775390"/>
          </a:xfrm>
          <a:solidFill>
            <a:srgbClr val="00469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37" name="Textplatzhalter 12">
            <a:extLst>
              <a:ext uri="{FF2B5EF4-FFF2-40B4-BE49-F238E27FC236}">
                <a16:creationId xmlns:a16="http://schemas.microsoft.com/office/drawing/2014/main" id="{833E62C8-C993-7B47-B63D-9CCA9E053838}"/>
              </a:ext>
            </a:extLst>
          </p:cNvPr>
          <p:cNvSpPr>
            <a:spLocks noGrp="1"/>
          </p:cNvSpPr>
          <p:nvPr userDrawn="1">
            <p:ph type="body" sz="quarter" idx="37" hasCustomPrompt="1"/>
          </p:nvPr>
        </p:nvSpPr>
        <p:spPr>
          <a:xfrm>
            <a:off x="2160488" y="9507909"/>
            <a:ext cx="12835090" cy="775390"/>
          </a:xfrm>
          <a:solidFill>
            <a:srgbClr val="00469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38" name="Textplatzhalter 12">
            <a:extLst>
              <a:ext uri="{FF2B5EF4-FFF2-40B4-BE49-F238E27FC236}">
                <a16:creationId xmlns:a16="http://schemas.microsoft.com/office/drawing/2014/main" id="{1D735ED9-33DA-614B-83DB-6126F6D12601}"/>
              </a:ext>
            </a:extLst>
          </p:cNvPr>
          <p:cNvSpPr>
            <a:spLocks noGrp="1"/>
          </p:cNvSpPr>
          <p:nvPr userDrawn="1">
            <p:ph type="body" sz="quarter" idx="38" hasCustomPrompt="1"/>
          </p:nvPr>
        </p:nvSpPr>
        <p:spPr>
          <a:xfrm>
            <a:off x="15404750" y="9507909"/>
            <a:ext cx="6090421" cy="775390"/>
          </a:xfrm>
          <a:solidFill>
            <a:srgbClr val="00469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39" name="Textplatzhalter 12">
            <a:extLst>
              <a:ext uri="{FF2B5EF4-FFF2-40B4-BE49-F238E27FC236}">
                <a16:creationId xmlns:a16="http://schemas.microsoft.com/office/drawing/2014/main" id="{151FD51B-137C-254F-8777-D68647650DB8}"/>
              </a:ext>
            </a:extLst>
          </p:cNvPr>
          <p:cNvSpPr>
            <a:spLocks noGrp="1"/>
          </p:cNvSpPr>
          <p:nvPr userDrawn="1">
            <p:ph type="body" sz="quarter" idx="39" hasCustomPrompt="1"/>
          </p:nvPr>
        </p:nvSpPr>
        <p:spPr>
          <a:xfrm>
            <a:off x="21898291" y="9489070"/>
            <a:ext cx="6090421" cy="775390"/>
          </a:xfrm>
          <a:solidFill>
            <a:srgbClr val="00469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144000" numCol="1" anchor="ctr"/>
          <a:lstStyle>
            <a:lvl1pPr>
              <a:lnSpc>
                <a:spcPct val="105000"/>
              </a:lnSpc>
              <a:defRPr sz="4800">
                <a:solidFill>
                  <a:schemeClr val="bg1"/>
                </a:solidFill>
                <a:latin typeface="+mj-lt"/>
              </a:defRPr>
            </a:lvl1pPr>
            <a:lvl2pPr>
              <a:lnSpc>
                <a:spcPct val="105000"/>
              </a:lnSpc>
              <a:spcAft>
                <a:spcPts val="0"/>
              </a:spcAft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</p:spTree>
    <p:extLst>
      <p:ext uri="{BB962C8B-B14F-4D97-AF65-F5344CB8AC3E}">
        <p14:creationId xmlns:p14="http://schemas.microsoft.com/office/powerpoint/2010/main" val="1706950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5861">
          <p15:clr>
            <a:srgbClr val="FBAE40"/>
          </p15:clr>
        </p15:guide>
        <p15:guide id="3" orient="horz" pos="1906">
          <p15:clr>
            <a:srgbClr val="FBAE40"/>
          </p15:clr>
        </p15:guide>
        <p15:guide id="4" pos="1371">
          <p15:clr>
            <a:srgbClr val="FBAE40"/>
          </p15:clr>
        </p15:guide>
        <p15:guide id="5" orient="horz" pos="18162">
          <p15:clr>
            <a:srgbClr val="FBAE40"/>
          </p15:clr>
        </p15:guide>
        <p15:guide id="6" orient="horz" pos="25538">
          <p15:clr>
            <a:srgbClr val="FBAE40"/>
          </p15:clr>
        </p15:guide>
        <p15:guide id="7" orient="horz" pos="527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wmf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F7E78540-C490-8247-A488-370D8664C1F7}"/>
              </a:ext>
            </a:extLst>
          </p:cNvPr>
          <p:cNvSpPr/>
          <p:nvPr userDrawn="1"/>
        </p:nvSpPr>
        <p:spPr>
          <a:xfrm>
            <a:off x="2191901" y="39375514"/>
            <a:ext cx="25809875" cy="187220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7949777" y="2284848"/>
            <a:ext cx="14373421" cy="656325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Titelmaster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2292561" y="9987555"/>
            <a:ext cx="25692350" cy="28248505"/>
          </a:xfrm>
          <a:prstGeom prst="rect">
            <a:avLst/>
          </a:prstGeom>
        </p:spPr>
        <p:txBody>
          <a:bodyPr vert="horz" lIns="0" tIns="0" rIns="0" bIns="0" numCol="1" spcCol="720072" rtlCol="0">
            <a:no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B77698D4-6494-D24F-817E-18C19302F517}"/>
              </a:ext>
            </a:extLst>
          </p:cNvPr>
          <p:cNvSpPr txBox="1">
            <a:spLocks/>
          </p:cNvSpPr>
          <p:nvPr userDrawn="1"/>
        </p:nvSpPr>
        <p:spPr>
          <a:xfrm>
            <a:off x="23062734" y="39970768"/>
            <a:ext cx="4919917" cy="624669"/>
          </a:xfrm>
          <a:prstGeom prst="rect">
            <a:avLst/>
          </a:prstGeom>
        </p:spPr>
        <p:txBody>
          <a:bodyPr numCol="1"/>
          <a:lstStyle>
            <a:lvl1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buFont typeface="Arial" panose="020B0604020202020204" pitchFamily="34" charset="0"/>
              <a:buNone/>
              <a:defRPr sz="4000" b="0" i="0" kern="120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+mn-cs"/>
              </a:defRPr>
            </a:lvl1pPr>
            <a:lvl2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214" kern="1200">
                <a:solidFill>
                  <a:schemeClr val="tx1"/>
                </a:solidFill>
                <a:latin typeface="Source Sans Pro Light" panose="020B0403030403020204" pitchFamily="34" charset="0"/>
                <a:ea typeface="+mn-ea"/>
                <a:cs typeface="+mn-cs"/>
              </a:defRPr>
            </a:lvl2pPr>
            <a:lvl3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214" kern="1200">
                <a:solidFill>
                  <a:schemeClr val="tx1"/>
                </a:solidFill>
                <a:latin typeface="Source Sans Pro Light" panose="020B0403030403020204" pitchFamily="34" charset="0"/>
                <a:ea typeface="+mn-ea"/>
                <a:cs typeface="+mn-cs"/>
              </a:defRPr>
            </a:lvl3pPr>
            <a:lvl4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214" kern="1200">
                <a:solidFill>
                  <a:schemeClr val="tx1"/>
                </a:solidFill>
                <a:latin typeface="Source Sans Pro Light" panose="020B0403030403020204" pitchFamily="34" charset="0"/>
                <a:ea typeface="+mn-ea"/>
                <a:cs typeface="+mn-cs"/>
              </a:defRPr>
            </a:lvl4pPr>
            <a:lvl5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214" kern="1200">
                <a:solidFill>
                  <a:schemeClr val="tx1"/>
                </a:solidFill>
                <a:latin typeface="Source Sans Pro Light" panose="020B0403030403020204" pitchFamily="34" charset="0"/>
                <a:ea typeface="+mn-ea"/>
                <a:cs typeface="+mn-cs"/>
              </a:defRPr>
            </a:lvl5pPr>
            <a:lvl6pPr marL="10582556" indent="-962047" algn="l" defTabSz="384820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847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06660" indent="-962047" algn="l" defTabSz="384820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847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430757" indent="-962047" algn="l" defTabSz="384820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847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354862" indent="-962047" algn="l" defTabSz="384820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847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 err="1"/>
              <a:t>www.htwk-leipzig.de</a:t>
            </a: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793D9273-EA61-4049-8F87-735680D3E2DF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2740" y="1827126"/>
            <a:ext cx="12957734" cy="1726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368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3" r:id="rId1"/>
    <p:sldLayoutId id="2147483925" r:id="rId2"/>
    <p:sldLayoutId id="2147483926" r:id="rId3"/>
    <p:sldLayoutId id="2147483927" r:id="rId4"/>
    <p:sldLayoutId id="2147483928" r:id="rId5"/>
    <p:sldLayoutId id="2147483929" r:id="rId6"/>
  </p:sldLayoutIdLst>
  <p:hf sldNum="0" hdr="0" ftr="0" dt="0"/>
  <p:txStyles>
    <p:titleStyle>
      <a:lvl1pPr algn="ctr" defTabSz="3848201" rtl="0" eaLnBrk="1" latinLnBrk="0" hangingPunct="1">
        <a:lnSpc>
          <a:spcPct val="90000"/>
        </a:lnSpc>
        <a:spcBef>
          <a:spcPct val="0"/>
        </a:spcBef>
        <a:buNone/>
        <a:defRPr sz="19290" kern="1200">
          <a:solidFill>
            <a:schemeClr val="tx1"/>
          </a:solidFill>
          <a:latin typeface="Source Sans Pro Light" panose="020B0403030403020204" pitchFamily="34" charset="0"/>
          <a:ea typeface="+mj-ea"/>
          <a:cs typeface="+mj-cs"/>
        </a:defRPr>
      </a:lvl1pPr>
    </p:titleStyle>
    <p:bodyStyle>
      <a:lvl1pPr marL="0" indent="0" algn="l" defTabSz="3848201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5214" kern="1200">
          <a:solidFill>
            <a:schemeClr val="tx1"/>
          </a:solidFill>
          <a:latin typeface="Source Sans Pro Semibold" panose="020B0603030403020204" pitchFamily="34" charset="0"/>
          <a:ea typeface="+mn-ea"/>
          <a:cs typeface="+mn-cs"/>
        </a:defRPr>
      </a:lvl1pPr>
      <a:lvl2pPr marL="0" indent="0" algn="l" defTabSz="3848201" rtl="0" eaLnBrk="1" latinLnBrk="0" hangingPunct="1">
        <a:lnSpc>
          <a:spcPct val="105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defRPr sz="5214" kern="1200">
          <a:solidFill>
            <a:schemeClr val="tx1"/>
          </a:solidFill>
          <a:latin typeface="Source Sans Pro Light" panose="020B0403030403020204" pitchFamily="34" charset="0"/>
          <a:ea typeface="+mn-ea"/>
          <a:cs typeface="+mn-cs"/>
        </a:defRPr>
      </a:lvl2pPr>
      <a:lvl3pPr marL="0" indent="0" algn="l" defTabSz="3848201" rtl="0" eaLnBrk="1" latinLnBrk="0" hangingPunct="1">
        <a:lnSpc>
          <a:spcPct val="105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defRPr sz="5214" kern="1200">
          <a:solidFill>
            <a:schemeClr val="tx1"/>
          </a:solidFill>
          <a:latin typeface="Source Sans Pro Light" panose="020B0403030403020204" pitchFamily="34" charset="0"/>
          <a:ea typeface="+mn-ea"/>
          <a:cs typeface="+mn-cs"/>
        </a:defRPr>
      </a:lvl3pPr>
      <a:lvl4pPr marL="0" indent="0" algn="l" defTabSz="3848201" rtl="0" eaLnBrk="1" latinLnBrk="0" hangingPunct="1">
        <a:lnSpc>
          <a:spcPct val="105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defRPr sz="5214" kern="1200">
          <a:solidFill>
            <a:schemeClr val="tx1"/>
          </a:solidFill>
          <a:latin typeface="Source Sans Pro Light" panose="020B0403030403020204" pitchFamily="34" charset="0"/>
          <a:ea typeface="+mn-ea"/>
          <a:cs typeface="+mn-cs"/>
        </a:defRPr>
      </a:lvl4pPr>
      <a:lvl5pPr marL="0" indent="0" algn="l" defTabSz="3848201" rtl="0" eaLnBrk="1" latinLnBrk="0" hangingPunct="1">
        <a:lnSpc>
          <a:spcPct val="105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defRPr sz="5214" kern="1200">
          <a:solidFill>
            <a:schemeClr val="tx1"/>
          </a:solidFill>
          <a:latin typeface="Source Sans Pro Light" panose="020B0403030403020204" pitchFamily="34" charset="0"/>
          <a:ea typeface="+mn-ea"/>
          <a:cs typeface="+mn-cs"/>
        </a:defRPr>
      </a:lvl5pPr>
      <a:lvl6pPr marL="10582556" indent="-962047" algn="l" defTabSz="3848201" rtl="0" eaLnBrk="1" latinLnBrk="0" hangingPunct="1">
        <a:spcBef>
          <a:spcPct val="20000"/>
        </a:spcBef>
        <a:buFont typeface="Arial" panose="020B0604020202020204" pitchFamily="34" charset="0"/>
        <a:buChar char="•"/>
        <a:defRPr sz="8474" kern="1200">
          <a:solidFill>
            <a:schemeClr val="tx1"/>
          </a:solidFill>
          <a:latin typeface="+mn-lt"/>
          <a:ea typeface="+mn-ea"/>
          <a:cs typeface="+mn-cs"/>
        </a:defRPr>
      </a:lvl6pPr>
      <a:lvl7pPr marL="12506660" indent="-962047" algn="l" defTabSz="3848201" rtl="0" eaLnBrk="1" latinLnBrk="0" hangingPunct="1">
        <a:spcBef>
          <a:spcPct val="20000"/>
        </a:spcBef>
        <a:buFont typeface="Arial" panose="020B0604020202020204" pitchFamily="34" charset="0"/>
        <a:buChar char="•"/>
        <a:defRPr sz="8474" kern="1200">
          <a:solidFill>
            <a:schemeClr val="tx1"/>
          </a:solidFill>
          <a:latin typeface="+mn-lt"/>
          <a:ea typeface="+mn-ea"/>
          <a:cs typeface="+mn-cs"/>
        </a:defRPr>
      </a:lvl7pPr>
      <a:lvl8pPr marL="14430757" indent="-962047" algn="l" defTabSz="3848201" rtl="0" eaLnBrk="1" latinLnBrk="0" hangingPunct="1">
        <a:spcBef>
          <a:spcPct val="20000"/>
        </a:spcBef>
        <a:buFont typeface="Arial" panose="020B0604020202020204" pitchFamily="34" charset="0"/>
        <a:buChar char="•"/>
        <a:defRPr sz="8474" kern="1200">
          <a:solidFill>
            <a:schemeClr val="tx1"/>
          </a:solidFill>
          <a:latin typeface="+mn-lt"/>
          <a:ea typeface="+mn-ea"/>
          <a:cs typeface="+mn-cs"/>
        </a:defRPr>
      </a:lvl8pPr>
      <a:lvl9pPr marL="16354862" indent="-962047" algn="l" defTabSz="3848201" rtl="0" eaLnBrk="1" latinLnBrk="0" hangingPunct="1">
        <a:spcBef>
          <a:spcPct val="20000"/>
        </a:spcBef>
        <a:buFont typeface="Arial" panose="020B0604020202020204" pitchFamily="34" charset="0"/>
        <a:buChar char="•"/>
        <a:defRPr sz="847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3848201" rtl="0" eaLnBrk="1" latinLnBrk="0" hangingPunct="1">
        <a:defRPr sz="7558" kern="1200">
          <a:solidFill>
            <a:schemeClr val="tx1"/>
          </a:solidFill>
          <a:latin typeface="+mn-lt"/>
          <a:ea typeface="+mn-ea"/>
          <a:cs typeface="+mn-cs"/>
        </a:defRPr>
      </a:lvl1pPr>
      <a:lvl2pPr marL="1924101" algn="l" defTabSz="3848201" rtl="0" eaLnBrk="1" latinLnBrk="0" hangingPunct="1">
        <a:defRPr sz="7558" kern="1200">
          <a:solidFill>
            <a:schemeClr val="tx1"/>
          </a:solidFill>
          <a:latin typeface="+mn-lt"/>
          <a:ea typeface="+mn-ea"/>
          <a:cs typeface="+mn-cs"/>
        </a:defRPr>
      </a:lvl2pPr>
      <a:lvl3pPr marL="3848201" algn="l" defTabSz="3848201" rtl="0" eaLnBrk="1" latinLnBrk="0" hangingPunct="1">
        <a:defRPr sz="7558" kern="1200">
          <a:solidFill>
            <a:schemeClr val="tx1"/>
          </a:solidFill>
          <a:latin typeface="+mn-lt"/>
          <a:ea typeface="+mn-ea"/>
          <a:cs typeface="+mn-cs"/>
        </a:defRPr>
      </a:lvl3pPr>
      <a:lvl4pPr marL="5772302" algn="l" defTabSz="3848201" rtl="0" eaLnBrk="1" latinLnBrk="0" hangingPunct="1">
        <a:defRPr sz="7558" kern="1200">
          <a:solidFill>
            <a:schemeClr val="tx1"/>
          </a:solidFill>
          <a:latin typeface="+mn-lt"/>
          <a:ea typeface="+mn-ea"/>
          <a:cs typeface="+mn-cs"/>
        </a:defRPr>
      </a:lvl4pPr>
      <a:lvl5pPr marL="7696408" algn="l" defTabSz="3848201" rtl="0" eaLnBrk="1" latinLnBrk="0" hangingPunct="1">
        <a:defRPr sz="7558" kern="1200">
          <a:solidFill>
            <a:schemeClr val="tx1"/>
          </a:solidFill>
          <a:latin typeface="+mn-lt"/>
          <a:ea typeface="+mn-ea"/>
          <a:cs typeface="+mn-cs"/>
        </a:defRPr>
      </a:lvl5pPr>
      <a:lvl6pPr marL="9620507" algn="l" defTabSz="3848201" rtl="0" eaLnBrk="1" latinLnBrk="0" hangingPunct="1">
        <a:defRPr sz="7558" kern="1200">
          <a:solidFill>
            <a:schemeClr val="tx1"/>
          </a:solidFill>
          <a:latin typeface="+mn-lt"/>
          <a:ea typeface="+mn-ea"/>
          <a:cs typeface="+mn-cs"/>
        </a:defRPr>
      </a:lvl6pPr>
      <a:lvl7pPr marL="11544609" algn="l" defTabSz="3848201" rtl="0" eaLnBrk="1" latinLnBrk="0" hangingPunct="1">
        <a:defRPr sz="7558" kern="1200">
          <a:solidFill>
            <a:schemeClr val="tx1"/>
          </a:solidFill>
          <a:latin typeface="+mn-lt"/>
          <a:ea typeface="+mn-ea"/>
          <a:cs typeface="+mn-cs"/>
        </a:defRPr>
      </a:lvl7pPr>
      <a:lvl8pPr marL="13468707" algn="l" defTabSz="3848201" rtl="0" eaLnBrk="1" latinLnBrk="0" hangingPunct="1">
        <a:defRPr sz="7558" kern="1200">
          <a:solidFill>
            <a:schemeClr val="tx1"/>
          </a:solidFill>
          <a:latin typeface="+mn-lt"/>
          <a:ea typeface="+mn-ea"/>
          <a:cs typeface="+mn-cs"/>
        </a:defRPr>
      </a:lvl8pPr>
      <a:lvl9pPr marL="15392808" algn="l" defTabSz="3848201" rtl="0" eaLnBrk="1" latinLnBrk="0" hangingPunct="1">
        <a:defRPr sz="75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hyperlink" Target="https://www.umweltbundesamt.de/sites/default/files/medien/384/bilder/3_abb_waermeverbrauch-nach-et_2025-12-18.png" TargetMode="External"/><Relationship Id="rId18" Type="http://schemas.openxmlformats.org/officeDocument/2006/relationships/image" Target="../media/image9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4.png"/><Relationship Id="rId12" Type="http://schemas.openxmlformats.org/officeDocument/2006/relationships/hyperlink" Target="https://www.destatis.de/Europa/DE/Thema/GreenDeal/_inhalt.html" TargetMode="External"/><Relationship Id="rId17" Type="http://schemas.openxmlformats.org/officeDocument/2006/relationships/image" Target="../media/image8.png"/><Relationship Id="rId2" Type="http://schemas.openxmlformats.org/officeDocument/2006/relationships/diagramData" Target="../diagrams/data1.xml"/><Relationship Id="rId16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hyperlink" Target="https://doi.org/10.1017/9781009157926.003" TargetMode="External"/><Relationship Id="rId5" Type="http://schemas.openxmlformats.org/officeDocument/2006/relationships/diagramColors" Target="../diagrams/colors1.xml"/><Relationship Id="rId15" Type="http://schemas.openxmlformats.org/officeDocument/2006/relationships/hyperlink" Target="https://www.geothermie.de/aktuelles/nachrichten/news-anzeigen/vulcanenergy-erste-lithium-produktion-in-optimierungsanlage" TargetMode="External"/><Relationship Id="rId10" Type="http://schemas.openxmlformats.org/officeDocument/2006/relationships/hyperlink" Target="mailto:lucca.glessner@stud.htwk-leipzig.de" TargetMode="External"/><Relationship Id="rId19" Type="http://schemas.openxmlformats.org/officeDocument/2006/relationships/image" Target="../media/image10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6.png"/><Relationship Id="rId14" Type="http://schemas.openxmlformats.org/officeDocument/2006/relationships/hyperlink" Target="https://www.umweltbundesamt.de/daten/energie/energieverbrauch-fuer-fossile-erneuerbare-waerm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Diagramm 40">
            <a:extLst>
              <a:ext uri="{FF2B5EF4-FFF2-40B4-BE49-F238E27FC236}">
                <a16:creationId xmlns:a16="http://schemas.microsoft.com/office/drawing/2014/main" id="{B580E3F4-4849-C5CC-7FE4-1B316895A20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48434553"/>
              </p:ext>
            </p:extLst>
          </p:nvPr>
        </p:nvGraphicFramePr>
        <p:xfrm>
          <a:off x="2248175" y="28386657"/>
          <a:ext cx="26106786" cy="141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CBD2DB05-B693-D24A-50EA-2FFA713D6BC3}"/>
              </a:ext>
            </a:extLst>
          </p:cNvPr>
          <p:cNvSpPr/>
          <p:nvPr/>
        </p:nvSpPr>
        <p:spPr>
          <a:xfrm>
            <a:off x="9160942" y="25961118"/>
            <a:ext cx="9289032" cy="2900656"/>
          </a:xfrm>
          <a:prstGeom prst="roundRect">
            <a:avLst/>
          </a:prstGeom>
          <a:solidFill>
            <a:srgbClr val="E7EDF2"/>
          </a:solidFill>
          <a:ln>
            <a:solidFill>
              <a:srgbClr val="02254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: abgerundete Ecken 35">
            <a:extLst>
              <a:ext uri="{FF2B5EF4-FFF2-40B4-BE49-F238E27FC236}">
                <a16:creationId xmlns:a16="http://schemas.microsoft.com/office/drawing/2014/main" id="{6BA3BFE6-E70D-B5A0-264E-5669F42404DC}"/>
              </a:ext>
            </a:extLst>
          </p:cNvPr>
          <p:cNvSpPr/>
          <p:nvPr/>
        </p:nvSpPr>
        <p:spPr>
          <a:xfrm>
            <a:off x="12041262" y="29744340"/>
            <a:ext cx="9289032" cy="2409466"/>
          </a:xfrm>
          <a:prstGeom prst="roundRect">
            <a:avLst/>
          </a:prstGeom>
          <a:solidFill>
            <a:srgbClr val="E7EDF2"/>
          </a:solidFill>
          <a:ln>
            <a:solidFill>
              <a:srgbClr val="02254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9EC1217C-F4AB-5195-D808-2C3D46C20F1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26723" y="25570162"/>
            <a:ext cx="9454498" cy="7015692"/>
          </a:xfrm>
          <a:prstGeom prst="rect">
            <a:avLst/>
          </a:prstGeom>
          <a:ln w="19050">
            <a:solidFill>
              <a:srgbClr val="022541"/>
            </a:solidFill>
          </a:ln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CAF46530-01AD-4014-C98A-384A4C07E61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66118" y="25565833"/>
            <a:ext cx="9448951" cy="7015693"/>
          </a:xfrm>
          <a:prstGeom prst="rect">
            <a:avLst/>
          </a:prstGeom>
          <a:ln w="19050">
            <a:solidFill>
              <a:srgbClr val="022541"/>
            </a:solidFill>
          </a:ln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21E60442-A19E-E197-28F3-4CAF3830E69A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3839" r="3839"/>
          <a:stretch/>
        </p:blipFill>
        <p:spPr>
          <a:xfrm>
            <a:off x="2177382" y="8693121"/>
            <a:ext cx="10799984" cy="5868000"/>
          </a:xfrm>
          <a:prstGeom prst="rect">
            <a:avLst/>
          </a:prstGeom>
          <a:ln w="19050">
            <a:noFill/>
          </a:ln>
        </p:spPr>
      </p:pic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1A5709C1-B856-0459-0677-0F43CF5708B4}"/>
              </a:ext>
            </a:extLst>
          </p:cNvPr>
          <p:cNvSpPr/>
          <p:nvPr/>
        </p:nvSpPr>
        <p:spPr>
          <a:xfrm>
            <a:off x="2208279" y="4849247"/>
            <a:ext cx="26000872" cy="1863002"/>
          </a:xfrm>
          <a:prstGeom prst="roundRect">
            <a:avLst/>
          </a:prstGeom>
          <a:solidFill>
            <a:srgbClr val="E7ED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BCBED5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1D92329-A0B3-52B3-DF5A-EA2E3B7BD0ED}"/>
              </a:ext>
            </a:extLst>
          </p:cNvPr>
          <p:cNvSpPr/>
          <p:nvPr/>
        </p:nvSpPr>
        <p:spPr>
          <a:xfrm>
            <a:off x="2208281" y="39259865"/>
            <a:ext cx="26106787" cy="1940914"/>
          </a:xfrm>
          <a:prstGeom prst="rect">
            <a:avLst/>
          </a:prstGeom>
          <a:solidFill>
            <a:srgbClr val="022541"/>
          </a:solidFill>
          <a:ln>
            <a:solidFill>
              <a:srgbClr val="02254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FE67BFB7-F57E-C340-A18E-76FBD468902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104158" y="16433329"/>
            <a:ext cx="11233248" cy="7704856"/>
          </a:xfrm>
          <a:noFill/>
        </p:spPr>
        <p:txBody>
          <a:bodyPr/>
          <a:lstStyle/>
          <a:p>
            <a:r>
              <a:rPr lang="de-DE" b="1" u="sng" dirty="0"/>
              <a:t>Mediator-Wrapper-Pattern</a:t>
            </a:r>
          </a:p>
          <a:p>
            <a:pPr marL="457200" indent="-457200">
              <a:buFontTx/>
              <a:buChar char="-"/>
            </a:pPr>
            <a:r>
              <a:rPr lang="de-DE" dirty="0"/>
              <a:t>Ansatz zur Lösung der Heterogenität von Quelldatenbanken</a:t>
            </a:r>
          </a:p>
          <a:p>
            <a:endParaRPr lang="de-DE" dirty="0"/>
          </a:p>
          <a:p>
            <a:r>
              <a:rPr lang="de-DE" b="1" dirty="0"/>
              <a:t>Wrapper (Adapter)</a:t>
            </a:r>
          </a:p>
          <a:p>
            <a:pPr marL="457200" indent="-457200">
              <a:buFontTx/>
              <a:buChar char="-"/>
            </a:pPr>
            <a:r>
              <a:rPr lang="de-DE" dirty="0"/>
              <a:t>Übersetzen quellspezifischer Strukturen in einheitliche Form</a:t>
            </a:r>
          </a:p>
          <a:p>
            <a:pPr marL="457200" indent="-457200">
              <a:buFontTx/>
              <a:buChar char="-"/>
            </a:pPr>
            <a:r>
              <a:rPr lang="de-DE" dirty="0"/>
              <a:t>Bei Bedarf weiter anpassbar</a:t>
            </a:r>
          </a:p>
          <a:p>
            <a:r>
              <a:rPr lang="de-DE" b="1" dirty="0"/>
              <a:t>Mediator (Globales Schema)</a:t>
            </a:r>
          </a:p>
          <a:p>
            <a:pPr marL="457200" indent="-457200">
              <a:buFontTx/>
              <a:buChar char="-"/>
            </a:pPr>
            <a:r>
              <a:rPr lang="de-DE" dirty="0"/>
              <a:t>Zusammenfassung in 30 Zielattribute</a:t>
            </a:r>
          </a:p>
          <a:p>
            <a:pPr marL="457200" indent="-457200">
              <a:buFontTx/>
              <a:buChar char="-"/>
            </a:pPr>
            <a:r>
              <a:rPr lang="de-DE" dirty="0"/>
              <a:t>Bei gleicher Eingabe Transformation in Standard-Einheiten</a:t>
            </a:r>
          </a:p>
          <a:p>
            <a:pPr marL="457200" indent="-457200">
              <a:buFontTx/>
              <a:buChar char="-"/>
            </a:pPr>
            <a:endParaRPr lang="de-DE" dirty="0"/>
          </a:p>
          <a:p>
            <a:r>
              <a:rPr lang="de-DE" b="1" dirty="0"/>
              <a:t>Validierte Datenbasis</a:t>
            </a:r>
          </a:p>
          <a:p>
            <a:pPr marL="457200" indent="-457200">
              <a:buFontTx/>
              <a:buChar char="-"/>
            </a:pPr>
            <a:r>
              <a:rPr lang="de-DE" dirty="0"/>
              <a:t>Metadaten (z.B. Koordinaten), geologische Daten (Gesteinstyp)</a:t>
            </a:r>
          </a:p>
          <a:p>
            <a:pPr marL="457200" indent="-457200">
              <a:buFontTx/>
              <a:buChar char="-"/>
            </a:pPr>
            <a:r>
              <a:rPr lang="de-DE" dirty="0"/>
              <a:t>Physikalische Parameter (z.B. Temperatur)</a:t>
            </a:r>
          </a:p>
          <a:p>
            <a:pPr marL="457200" indent="-457200">
              <a:buFontTx/>
              <a:buChar char="-"/>
            </a:pPr>
            <a:r>
              <a:rPr lang="de-DE" dirty="0"/>
              <a:t>Haupt- und Nebenbestandteile (z.B. Ca²⁺-Konzentration)</a:t>
            </a:r>
          </a:p>
          <a:p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D4850D10-E25B-0649-A2AD-6539F412001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688334" y="39403881"/>
            <a:ext cx="10297144" cy="1595424"/>
          </a:xfrm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Student:	Lucca </a:t>
            </a:r>
            <a:r>
              <a:rPr lang="de-DE" dirty="0" err="1">
                <a:solidFill>
                  <a:schemeClr val="bg1"/>
                </a:solidFill>
              </a:rPr>
              <a:t>Gleßner</a:t>
            </a:r>
            <a:endParaRPr lang="de-DE" dirty="0">
              <a:solidFill>
                <a:schemeClr val="bg1"/>
              </a:solidFill>
            </a:endParaRPr>
          </a:p>
          <a:p>
            <a:r>
              <a:rPr lang="de-DE" dirty="0">
                <a:solidFill>
                  <a:schemeClr val="bg1"/>
                </a:solidFill>
              </a:rPr>
              <a:t>E-Mail:	</a:t>
            </a:r>
            <a:r>
              <a:rPr lang="de-DE" dirty="0">
                <a:solidFill>
                  <a:schemeClr val="bg1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lucca.glessner@stud.htwk-leipzig.de</a:t>
            </a:r>
            <a:endParaRPr lang="de-DE" dirty="0">
              <a:solidFill>
                <a:schemeClr val="bg1"/>
              </a:solidFill>
            </a:endParaRPr>
          </a:p>
          <a:p>
            <a:r>
              <a:rPr lang="de-DE" dirty="0">
                <a:solidFill>
                  <a:schemeClr val="bg1"/>
                </a:solidFill>
              </a:rPr>
              <a:t>Studium:	Telekommunikationsinformatik, 22TIB</a:t>
            </a:r>
          </a:p>
          <a:p>
            <a:r>
              <a:rPr lang="de-DE" dirty="0">
                <a:solidFill>
                  <a:schemeClr val="bg1"/>
                </a:solidFill>
              </a:rPr>
              <a:t>Betreuer:	Prof. Dr. rer. nat. habil. Konrad Schöbel</a:t>
            </a: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86B3A0FA-D157-0B4A-B310-C4F8A934DF8D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208282" y="15129869"/>
            <a:ext cx="26000872" cy="1087436"/>
          </a:xfrm>
          <a:solidFill>
            <a:srgbClr val="022541"/>
          </a:solidFill>
          <a:ln>
            <a:solidFill>
              <a:srgbClr val="022541"/>
            </a:solidFill>
          </a:ln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Datenquellen und Transformation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FEB6B617-1F73-6840-A471-75647312F05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2208284" y="7144297"/>
            <a:ext cx="26000870" cy="1087436"/>
          </a:xfrm>
          <a:solidFill>
            <a:srgbClr val="022541"/>
          </a:solidFill>
          <a:ln>
            <a:solidFill>
              <a:srgbClr val="022541"/>
            </a:solidFill>
          </a:ln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Motivation und Zielsetzung</a:t>
            </a:r>
          </a:p>
        </p:txBody>
      </p:sp>
      <p:sp>
        <p:nvSpPr>
          <p:cNvPr id="33" name="Textplatzhalter 11">
            <a:extLst>
              <a:ext uri="{FF2B5EF4-FFF2-40B4-BE49-F238E27FC236}">
                <a16:creationId xmlns:a16="http://schemas.microsoft.com/office/drawing/2014/main" id="{6DA6B0CE-2D8A-8045-AA6A-A24C0A8D31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208282" y="36955609"/>
            <a:ext cx="26106786" cy="2102782"/>
          </a:xfr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tIns="72000"/>
          <a:lstStyle/>
          <a:p>
            <a:r>
              <a:rPr lang="de-DE" sz="2400" dirty="0"/>
              <a:t>Quellen:</a:t>
            </a:r>
          </a:p>
          <a:p>
            <a:r>
              <a:rPr lang="de-DE" sz="2400" dirty="0"/>
              <a:t>[1] </a:t>
            </a:r>
            <a:r>
              <a:rPr lang="de-DE" sz="2400" dirty="0">
                <a:hlinkClick r:id="rId11"/>
              </a:rPr>
              <a:t>https://doi.org/10.1017/9781009157926.003</a:t>
            </a:r>
            <a:r>
              <a:rPr lang="de-DE" sz="2400" dirty="0"/>
              <a:t>, [2] </a:t>
            </a:r>
            <a:r>
              <a:rPr lang="de-DE" sz="2400" dirty="0">
                <a:hlinkClick r:id="rId12"/>
              </a:rPr>
              <a:t>https://www.destatis.de/Europa/DE/Thema/GreenDeal/_inhalt.html</a:t>
            </a:r>
            <a:endParaRPr lang="de-DE" sz="2400" dirty="0"/>
          </a:p>
          <a:p>
            <a:r>
              <a:rPr lang="de-DE" sz="2400" dirty="0"/>
              <a:t>[3] </a:t>
            </a:r>
            <a:r>
              <a:rPr lang="de-DE" sz="2400" dirty="0">
                <a:hlinkClick r:id="rId13"/>
              </a:rPr>
              <a:t>https://www.umweltbundesamt.de/sites/default/files/medien/384/bilder/3_abb_waermeverbrauch-nach-et_2025-12-18.png</a:t>
            </a:r>
            <a:endParaRPr lang="de-DE" sz="2400" dirty="0"/>
          </a:p>
          <a:p>
            <a:r>
              <a:rPr lang="de-DE" sz="2400" dirty="0"/>
              <a:t>[4] </a:t>
            </a:r>
            <a:r>
              <a:rPr lang="de-DE" sz="2400" dirty="0">
                <a:hlinkClick r:id="rId14"/>
              </a:rPr>
              <a:t>https://www.umweltbundesamt.de/daten/energie/energieverbrauch-fuer-fossile-erneuerbare-waerme</a:t>
            </a:r>
            <a:endParaRPr lang="de-DE" sz="2400" dirty="0"/>
          </a:p>
          <a:p>
            <a:r>
              <a:rPr lang="de-DE" sz="2400" dirty="0"/>
              <a:t>[5] </a:t>
            </a:r>
            <a:r>
              <a:rPr lang="de-DE" sz="2400" dirty="0">
                <a:hlinkClick r:id="rId15"/>
              </a:rPr>
              <a:t>https://www.geothermie.de/aktuelles/nachrichten/news-anzeigen/vulcanenergy-erste-lithium-produktion-in-optimierungsanlage</a:t>
            </a:r>
            <a:endParaRPr lang="de-DE" sz="2400" dirty="0"/>
          </a:p>
          <a:p>
            <a:endParaRPr lang="de-DE" sz="2400" dirty="0"/>
          </a:p>
          <a:p>
            <a:endParaRPr lang="de-DE" sz="2400" dirty="0"/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FEB6B617-1F73-6840-A471-75647312F05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2208282" y="24138185"/>
            <a:ext cx="26106788" cy="1087436"/>
          </a:xfrm>
          <a:solidFill>
            <a:srgbClr val="022541"/>
          </a:solidFill>
          <a:ln>
            <a:solidFill>
              <a:srgbClr val="022541"/>
            </a:solidFill>
          </a:ln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Explorative Datenanalyse und Datenqualität</a:t>
            </a:r>
          </a:p>
        </p:txBody>
      </p:sp>
      <p:sp>
        <p:nvSpPr>
          <p:cNvPr id="31" name="Textplatzhalter 18">
            <a:extLst>
              <a:ext uri="{FF2B5EF4-FFF2-40B4-BE49-F238E27FC236}">
                <a16:creationId xmlns:a16="http://schemas.microsoft.com/office/drawing/2014/main" id="{FEB6B617-1F73-6840-A471-75647312F05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2208281" y="32923161"/>
            <a:ext cx="26106787" cy="1051354"/>
          </a:xfrm>
          <a:solidFill>
            <a:srgbClr val="022541"/>
          </a:solidFill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Ausblick</a:t>
            </a:r>
          </a:p>
        </p:txBody>
      </p:sp>
      <p:sp>
        <p:nvSpPr>
          <p:cNvPr id="16" name="Textplatzhalter 11">
            <a:extLst>
              <a:ext uri="{FF2B5EF4-FFF2-40B4-BE49-F238E27FC236}">
                <a16:creationId xmlns:a16="http://schemas.microsoft.com/office/drawing/2014/main" id="{6DA6B0CE-2D8A-8045-AA6A-A24C0A8D31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328567" y="4849247"/>
            <a:ext cx="25656754" cy="1759791"/>
          </a:xfr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lang="de-DE" sz="5400" b="1" dirty="0"/>
              <a:t>Aufbau einer homogenisierten Datenbasis zur Kategorisierung von Thermalwässern in geothermischen Reservoiren mittels maschineller Lernverfahren</a:t>
            </a:r>
          </a:p>
        </p:txBody>
      </p:sp>
      <p:pic>
        <p:nvPicPr>
          <p:cNvPr id="15" name="Grafik 14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24812" y="1602984"/>
            <a:ext cx="7866590" cy="2340000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10CE1D69-1328-E514-5E0F-424B42D80D79}"/>
              </a:ext>
            </a:extLst>
          </p:cNvPr>
          <p:cNvSpPr/>
          <p:nvPr/>
        </p:nvSpPr>
        <p:spPr>
          <a:xfrm>
            <a:off x="1744118" y="39756605"/>
            <a:ext cx="1656184" cy="943420"/>
          </a:xfrm>
          <a:prstGeom prst="rect">
            <a:avLst/>
          </a:prstGeom>
          <a:solidFill>
            <a:srgbClr val="9AA8B3"/>
          </a:solidFill>
          <a:ln>
            <a:solidFill>
              <a:srgbClr val="9AA8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0" name="Grafik 9" descr="Umschlag mit einfarbiger Füllung">
            <a:extLst>
              <a:ext uri="{FF2B5EF4-FFF2-40B4-BE49-F238E27FC236}">
                <a16:creationId xmlns:a16="http://schemas.microsoft.com/office/drawing/2014/main" id="{0C0CFF3F-C2DB-FD45-F607-79FD62CFD0F6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125862" y="39785625"/>
            <a:ext cx="914400" cy="914400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87F3F1E2-1262-B343-8269-A74EC771246B}"/>
              </a:ext>
            </a:extLst>
          </p:cNvPr>
          <p:cNvSpPr txBox="1"/>
          <p:nvPr/>
        </p:nvSpPr>
        <p:spPr>
          <a:xfrm>
            <a:off x="22914472" y="39876024"/>
            <a:ext cx="51845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>
                <a:solidFill>
                  <a:schemeClr val="bg1"/>
                </a:solidFill>
              </a:rPr>
              <a:t>www.htwk-leipzig.de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537B19DF-7545-F72C-DBA3-18ADE9A6FD03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13913471" y="17147213"/>
            <a:ext cx="14401598" cy="5982860"/>
          </a:xfrm>
          <a:prstGeom prst="rect">
            <a:avLst/>
          </a:prstGeom>
        </p:spPr>
      </p:pic>
      <p:sp>
        <p:nvSpPr>
          <p:cNvPr id="23" name="Textplatzhalter 10">
            <a:extLst>
              <a:ext uri="{FF2B5EF4-FFF2-40B4-BE49-F238E27FC236}">
                <a16:creationId xmlns:a16="http://schemas.microsoft.com/office/drawing/2014/main" id="{AA411838-0A02-E112-44B8-5FFD2748BDD5}"/>
              </a:ext>
            </a:extLst>
          </p:cNvPr>
          <p:cNvSpPr txBox="1">
            <a:spLocks/>
          </p:cNvSpPr>
          <p:nvPr/>
        </p:nvSpPr>
        <p:spPr>
          <a:xfrm>
            <a:off x="13121382" y="8458911"/>
            <a:ext cx="15193686" cy="6606266"/>
          </a:xfrm>
          <a:prstGeom prst="rect">
            <a:avLst/>
          </a:prstGeom>
          <a:noFill/>
        </p:spPr>
        <p:txBody>
          <a:bodyPr vert="horz" wrap="none" lIns="144000" tIns="144000" rIns="144000" bIns="144000" numCol="1" spcCol="720072" rtlCol="0">
            <a:noAutofit/>
          </a:bodyPr>
          <a:lstStyle>
            <a:lvl1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buFont typeface="Arial" panose="020B0604020202020204" pitchFamily="34" charset="0"/>
              <a:buNone/>
              <a:defRPr sz="3200" b="0" i="0" kern="120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+mn-cs"/>
              </a:defRPr>
            </a:lvl1pPr>
            <a:lvl2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214" kern="1200">
                <a:solidFill>
                  <a:schemeClr val="tx1"/>
                </a:solidFill>
                <a:latin typeface="Source Sans Pro Light" panose="020B0403030403020204" pitchFamily="34" charset="0"/>
                <a:ea typeface="+mn-ea"/>
                <a:cs typeface="+mn-cs"/>
              </a:defRPr>
            </a:lvl2pPr>
            <a:lvl3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214" kern="1200">
                <a:solidFill>
                  <a:schemeClr val="tx1"/>
                </a:solidFill>
                <a:latin typeface="Source Sans Pro Light" panose="020B0403030403020204" pitchFamily="34" charset="0"/>
                <a:ea typeface="+mn-ea"/>
                <a:cs typeface="+mn-cs"/>
              </a:defRPr>
            </a:lvl3pPr>
            <a:lvl4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214" kern="1200">
                <a:solidFill>
                  <a:schemeClr val="tx1"/>
                </a:solidFill>
                <a:latin typeface="Source Sans Pro Light" panose="020B0403030403020204" pitchFamily="34" charset="0"/>
                <a:ea typeface="+mn-ea"/>
                <a:cs typeface="+mn-cs"/>
              </a:defRPr>
            </a:lvl4pPr>
            <a:lvl5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214" kern="1200">
                <a:solidFill>
                  <a:schemeClr val="tx1"/>
                </a:solidFill>
                <a:latin typeface="Source Sans Pro Light" panose="020B0403030403020204" pitchFamily="34" charset="0"/>
                <a:ea typeface="+mn-ea"/>
                <a:cs typeface="+mn-cs"/>
              </a:defRPr>
            </a:lvl5pPr>
            <a:lvl6pPr marL="10582556" indent="-962047" algn="l" defTabSz="384820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847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06660" indent="-962047" algn="l" defTabSz="384820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847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430757" indent="-962047" algn="l" defTabSz="384820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847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354862" indent="-962047" algn="l" defTabSz="384820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847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1" dirty="0"/>
              <a:t>Energiewende:</a:t>
            </a:r>
          </a:p>
          <a:p>
            <a:pPr marL="457200" indent="-457200">
              <a:buFontTx/>
              <a:buChar char="-"/>
            </a:pPr>
            <a:r>
              <a:rPr lang="de-DE" dirty="0"/>
              <a:t>Klimakrise als Treiber für Ausbau erneuerbarer Energien [1]</a:t>
            </a:r>
          </a:p>
          <a:p>
            <a:pPr marL="457200" indent="-457200">
              <a:buFontTx/>
              <a:buChar char="-"/>
            </a:pPr>
            <a:r>
              <a:rPr lang="de-DE" dirty="0"/>
              <a:t>EU-Ziel: Klimaneutralität bis 2050 [2]</a:t>
            </a:r>
          </a:p>
          <a:p>
            <a:pPr marL="457200" indent="-457200">
              <a:buFontTx/>
              <a:buChar char="-"/>
            </a:pPr>
            <a:r>
              <a:rPr lang="de-DE" dirty="0"/>
              <a:t>Aktuell mit 15,3% geringe Nutzung von erneuerbaren Energien im Wärmesektor [3]</a:t>
            </a:r>
          </a:p>
          <a:p>
            <a:endParaRPr lang="de-DE" b="1" dirty="0"/>
          </a:p>
          <a:p>
            <a:r>
              <a:rPr lang="de-DE" b="1" dirty="0"/>
              <a:t>Geothermie:</a:t>
            </a:r>
          </a:p>
          <a:p>
            <a:pPr marL="457200" indent="-457200">
              <a:buFontTx/>
              <a:buChar char="-"/>
            </a:pPr>
            <a:r>
              <a:rPr lang="de-DE" dirty="0"/>
              <a:t>In Deutschland im Wärmesektor mit 11,3% bislang trotz Potenzial wenig genutzt [4]</a:t>
            </a:r>
          </a:p>
          <a:p>
            <a:pPr marL="457200" indent="-457200">
              <a:buFontTx/>
              <a:buChar char="-"/>
            </a:pPr>
            <a:r>
              <a:rPr lang="de-DE" dirty="0"/>
              <a:t>Neben Wärme, auch Gewinnung von Metallen aus geothermischen Wässern [5]</a:t>
            </a:r>
          </a:p>
          <a:p>
            <a:endParaRPr lang="de-DE" dirty="0"/>
          </a:p>
          <a:p>
            <a:r>
              <a:rPr lang="de-DE" b="1" dirty="0"/>
              <a:t>Datenakquise und Ziel:</a:t>
            </a:r>
          </a:p>
          <a:p>
            <a:pPr marL="457200" indent="-457200">
              <a:buFontTx/>
              <a:buChar char="-"/>
            </a:pPr>
            <a:r>
              <a:rPr lang="de-DE" dirty="0"/>
              <a:t>Datenknappheit und teure Datenerhebung motiviert globalen Datensatz</a:t>
            </a:r>
          </a:p>
          <a:p>
            <a:pPr marL="457200" indent="-457200">
              <a:buFontTx/>
              <a:buChar char="-"/>
            </a:pPr>
            <a:r>
              <a:rPr lang="de-DE" dirty="0"/>
              <a:t>Klassifikation und Imputation geochemischer Daten mittels maschinellen Lernens</a:t>
            </a:r>
          </a:p>
          <a:p>
            <a:endParaRPr lang="de-DE" dirty="0"/>
          </a:p>
        </p:txBody>
      </p:sp>
      <p:sp>
        <p:nvSpPr>
          <p:cNvPr id="35" name="Textplatzhalter 10">
            <a:extLst>
              <a:ext uri="{FF2B5EF4-FFF2-40B4-BE49-F238E27FC236}">
                <a16:creationId xmlns:a16="http://schemas.microsoft.com/office/drawing/2014/main" id="{0F71A3DD-553F-8B33-2C95-D4D9B2ED6163}"/>
              </a:ext>
            </a:extLst>
          </p:cNvPr>
          <p:cNvSpPr txBox="1">
            <a:spLocks/>
          </p:cNvSpPr>
          <p:nvPr/>
        </p:nvSpPr>
        <p:spPr>
          <a:xfrm>
            <a:off x="11249174" y="25989729"/>
            <a:ext cx="6984775" cy="2872046"/>
          </a:xfrm>
          <a:prstGeom prst="rect">
            <a:avLst/>
          </a:prstGeom>
          <a:noFill/>
        </p:spPr>
        <p:txBody>
          <a:bodyPr vert="horz" wrap="none" lIns="144000" tIns="144000" rIns="144000" bIns="144000" numCol="1" spcCol="720072" rtlCol="0">
            <a:noAutofit/>
          </a:bodyPr>
          <a:lstStyle>
            <a:lvl1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buFont typeface="Arial" panose="020B0604020202020204" pitchFamily="34" charset="0"/>
              <a:buNone/>
              <a:defRPr sz="3200" b="0" i="0" kern="120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+mn-cs"/>
              </a:defRPr>
            </a:lvl1pPr>
            <a:lvl2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214" kern="1200">
                <a:solidFill>
                  <a:schemeClr val="tx1"/>
                </a:solidFill>
                <a:latin typeface="Source Sans Pro Light" panose="020B0403030403020204" pitchFamily="34" charset="0"/>
                <a:ea typeface="+mn-ea"/>
                <a:cs typeface="+mn-cs"/>
              </a:defRPr>
            </a:lvl2pPr>
            <a:lvl3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214" kern="1200">
                <a:solidFill>
                  <a:schemeClr val="tx1"/>
                </a:solidFill>
                <a:latin typeface="Source Sans Pro Light" panose="020B0403030403020204" pitchFamily="34" charset="0"/>
                <a:ea typeface="+mn-ea"/>
                <a:cs typeface="+mn-cs"/>
              </a:defRPr>
            </a:lvl3pPr>
            <a:lvl4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214" kern="1200">
                <a:solidFill>
                  <a:schemeClr val="tx1"/>
                </a:solidFill>
                <a:latin typeface="Source Sans Pro Light" panose="020B0403030403020204" pitchFamily="34" charset="0"/>
                <a:ea typeface="+mn-ea"/>
                <a:cs typeface="+mn-cs"/>
              </a:defRPr>
            </a:lvl4pPr>
            <a:lvl5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214" kern="1200">
                <a:solidFill>
                  <a:schemeClr val="tx1"/>
                </a:solidFill>
                <a:latin typeface="Source Sans Pro Light" panose="020B0403030403020204" pitchFamily="34" charset="0"/>
                <a:ea typeface="+mn-ea"/>
                <a:cs typeface="+mn-cs"/>
              </a:defRPr>
            </a:lvl5pPr>
            <a:lvl6pPr marL="10582556" indent="-962047" algn="l" defTabSz="384820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847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06660" indent="-962047" algn="l" defTabSz="384820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847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430757" indent="-962047" algn="l" defTabSz="384820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847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354862" indent="-962047" algn="l" defTabSz="384820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847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de-DE" b="1" u="sng" dirty="0"/>
              <a:t>Temperatur-Signaturen</a:t>
            </a:r>
          </a:p>
          <a:p>
            <a:pPr algn="r"/>
            <a:r>
              <a:rPr lang="de-DE" dirty="0"/>
              <a:t>-  Analyse der Wassertemperaturen</a:t>
            </a:r>
          </a:p>
          <a:p>
            <a:pPr algn="r"/>
            <a:r>
              <a:rPr lang="de-DE" dirty="0"/>
              <a:t>- Indikator für Thermalwässer</a:t>
            </a:r>
          </a:p>
          <a:p>
            <a:pPr algn="r"/>
            <a:r>
              <a:rPr lang="de-DE" dirty="0"/>
              <a:t>- Datensäte </a:t>
            </a:r>
            <a:r>
              <a:rPr lang="de-DE" b="1" dirty="0"/>
              <a:t>≥ 10°C akzeptiert</a:t>
            </a:r>
          </a:p>
          <a:p>
            <a:pPr algn="r"/>
            <a:r>
              <a:rPr lang="de-DE" dirty="0"/>
              <a:t>-</a:t>
            </a:r>
            <a:r>
              <a:rPr lang="de-DE" b="1" dirty="0"/>
              <a:t> 92,5% </a:t>
            </a:r>
            <a:r>
              <a:rPr lang="de-DE" dirty="0"/>
              <a:t>verwendbare Datenzeilen</a:t>
            </a:r>
          </a:p>
        </p:txBody>
      </p:sp>
      <p:sp>
        <p:nvSpPr>
          <p:cNvPr id="40" name="Textplatzhalter 10">
            <a:extLst>
              <a:ext uri="{FF2B5EF4-FFF2-40B4-BE49-F238E27FC236}">
                <a16:creationId xmlns:a16="http://schemas.microsoft.com/office/drawing/2014/main" id="{9C576CD7-C412-B17D-51CB-EE583B26872C}"/>
              </a:ext>
            </a:extLst>
          </p:cNvPr>
          <p:cNvSpPr txBox="1">
            <a:spLocks/>
          </p:cNvSpPr>
          <p:nvPr/>
        </p:nvSpPr>
        <p:spPr>
          <a:xfrm>
            <a:off x="12244429" y="29805879"/>
            <a:ext cx="6925625" cy="2314725"/>
          </a:xfrm>
          <a:prstGeom prst="rect">
            <a:avLst/>
          </a:prstGeom>
          <a:noFill/>
        </p:spPr>
        <p:txBody>
          <a:bodyPr vert="horz" wrap="none" lIns="144000" tIns="144000" rIns="144000" bIns="144000" numCol="1" spcCol="720072" rtlCol="0">
            <a:noAutofit/>
          </a:bodyPr>
          <a:lstStyle>
            <a:lvl1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buFont typeface="Arial" panose="020B0604020202020204" pitchFamily="34" charset="0"/>
              <a:buNone/>
              <a:defRPr sz="3200" b="0" i="0" kern="120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+mn-cs"/>
              </a:defRPr>
            </a:lvl1pPr>
            <a:lvl2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214" kern="1200">
                <a:solidFill>
                  <a:schemeClr val="tx1"/>
                </a:solidFill>
                <a:latin typeface="Source Sans Pro Light" panose="020B0403030403020204" pitchFamily="34" charset="0"/>
                <a:ea typeface="+mn-ea"/>
                <a:cs typeface="+mn-cs"/>
              </a:defRPr>
            </a:lvl2pPr>
            <a:lvl3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214" kern="1200">
                <a:solidFill>
                  <a:schemeClr val="tx1"/>
                </a:solidFill>
                <a:latin typeface="Source Sans Pro Light" panose="020B0403030403020204" pitchFamily="34" charset="0"/>
                <a:ea typeface="+mn-ea"/>
                <a:cs typeface="+mn-cs"/>
              </a:defRPr>
            </a:lvl3pPr>
            <a:lvl4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214" kern="1200">
                <a:solidFill>
                  <a:schemeClr val="tx1"/>
                </a:solidFill>
                <a:latin typeface="Source Sans Pro Light" panose="020B0403030403020204" pitchFamily="34" charset="0"/>
                <a:ea typeface="+mn-ea"/>
                <a:cs typeface="+mn-cs"/>
              </a:defRPr>
            </a:lvl4pPr>
            <a:lvl5pPr marL="0" indent="0" algn="l" defTabSz="3848201" rtl="0" eaLnBrk="1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214" kern="1200">
                <a:solidFill>
                  <a:schemeClr val="tx1"/>
                </a:solidFill>
                <a:latin typeface="Source Sans Pro Light" panose="020B0403030403020204" pitchFamily="34" charset="0"/>
                <a:ea typeface="+mn-ea"/>
                <a:cs typeface="+mn-cs"/>
              </a:defRPr>
            </a:lvl5pPr>
            <a:lvl6pPr marL="10582556" indent="-962047" algn="l" defTabSz="384820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847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06660" indent="-962047" algn="l" defTabSz="384820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847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430757" indent="-962047" algn="l" defTabSz="384820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847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354862" indent="-962047" algn="l" defTabSz="3848201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847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1" u="sng" dirty="0"/>
              <a:t>Ionenbilanzfehler (IBF)</a:t>
            </a:r>
            <a:endParaRPr lang="de-DE" u="sng" dirty="0"/>
          </a:p>
          <a:p>
            <a:r>
              <a:rPr lang="de-DE" dirty="0"/>
              <a:t>- Qualitätskontrolle durch Ladungen</a:t>
            </a:r>
          </a:p>
          <a:p>
            <a:r>
              <a:rPr lang="de-DE" dirty="0"/>
              <a:t>- Datensätze </a:t>
            </a:r>
            <a:r>
              <a:rPr lang="de-DE" b="1" dirty="0"/>
              <a:t>± 5% IBE akzeptiert</a:t>
            </a:r>
            <a:endParaRPr lang="de-DE" dirty="0"/>
          </a:p>
          <a:p>
            <a:r>
              <a:rPr lang="de-DE" dirty="0"/>
              <a:t>- </a:t>
            </a:r>
            <a:r>
              <a:rPr lang="de-DE" b="1" dirty="0"/>
              <a:t>63,3% </a:t>
            </a:r>
            <a:r>
              <a:rPr lang="de-DE" dirty="0"/>
              <a:t>verwendbare Datenzeilen</a:t>
            </a:r>
            <a:endParaRPr lang="de-DE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692312304"/>
      </p:ext>
    </p:extLst>
  </p:cSld>
  <p:clrMapOvr>
    <a:masterClrMapping/>
  </p:clrMapOvr>
</p:sld>
</file>

<file path=ppt/theme/theme1.xml><?xml version="1.0" encoding="utf-8"?>
<a:theme xmlns:a="http://schemas.openxmlformats.org/drawingml/2006/main" name="HTWK_A0_Allgemei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HTWK">
      <a:majorFont>
        <a:latin typeface="Source Sans Pro"/>
        <a:ea typeface=""/>
        <a:cs typeface=""/>
      </a:majorFont>
      <a:minorFont>
        <a:latin typeface="Source Sans Pro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lakat_V01" id="{24D39333-43B7-418E-8ABA-5C16DBDDDE5B}" vid="{F722BCDE-56F1-409C-839E-A801E0B5348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HTWK</Template>
  <TotalTime>0</TotalTime>
  <Words>387</Words>
  <Application>Microsoft Office PowerPoint</Application>
  <PresentationFormat>Benutzerdefiniert</PresentationFormat>
  <Paragraphs>60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Arial</vt:lpstr>
      <vt:lpstr>Calibri</vt:lpstr>
      <vt:lpstr>Source Sans Pro</vt:lpstr>
      <vt:lpstr>Source Sans Pro Light</vt:lpstr>
      <vt:lpstr>Source Sans Pro Semibold</vt:lpstr>
      <vt:lpstr>HTWK_A0_Allgemein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ms410383</dc:creator>
  <cp:lastModifiedBy>Lucca Glessner</cp:lastModifiedBy>
  <cp:revision>67</cp:revision>
  <cp:lastPrinted>2026-01-05T10:43:35Z</cp:lastPrinted>
  <dcterms:created xsi:type="dcterms:W3CDTF">2018-12-13T13:19:04Z</dcterms:created>
  <dcterms:modified xsi:type="dcterms:W3CDTF">2026-01-05T10:44:08Z</dcterms:modified>
</cp:coreProperties>
</file>