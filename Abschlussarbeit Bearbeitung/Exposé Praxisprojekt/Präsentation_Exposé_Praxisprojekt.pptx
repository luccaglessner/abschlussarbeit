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B9FEC9-C2F5-19C1-41B3-664DBDD25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FA7D89E-BC25-FE63-6A7E-B0D8B0036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3844F8-F35B-CAAA-3234-587E87D3C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D2041A-C532-E3DB-0769-9C8CC04C1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ACF9C8-C124-031C-2FE6-20613BA2C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1417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328D0-091C-158A-C7A3-93EFA2551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4828C6-CEE5-6021-0729-67D7CCA98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D70E84-A4D5-6341-08BF-0D45C494A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6A21B4-05DA-0BF1-1ADC-D1A32437A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202D4A-1343-0821-615B-D117C8E8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11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B44DC-5FDB-9687-E9CB-46137A47B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685992-6E9F-6BED-37CE-17A5167AB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482E32-E09B-E78C-E899-C3F28601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E0D82C-273A-5533-1AE9-8A2A4A33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486187-A7D6-17B6-E9EA-C1B47E95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937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545F5-DEE5-E9BA-8B16-D3E1B833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E516A7-0579-28C1-8F15-26554E300C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B631D7-FAAC-1D62-6C63-84B933108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1350B7-1694-73A2-7A5F-10004E8D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F29AE3-63ED-8624-A5C8-16F19EED7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14C4A69-5F65-4AEF-58A9-D4E2F3AFB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380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A6BB9-4E1C-3D34-0E42-DF11F7C8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B48617C-37BA-12D2-6FA9-66DAB7113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95B38F-A160-2A54-56E8-0EC26647D5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03BE58-EF1F-655C-E687-A723A25E3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47C3A92-8A96-2783-5569-C26AA95C0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14C84E7-EAD1-4358-E7C6-2922CEB47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58245A5-E6E1-68AE-234C-C353C63B2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807D45F-AA7F-A0A0-96C1-19CDB23A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76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B97AD1-0796-6FDE-FA30-FC6C3A942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480F3C-856E-4E0B-7B4C-324B86C0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1BB2B4-23A8-5356-E5A0-F4B69E9C9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41F402-31C8-A3A8-FC39-762AB2605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594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96F98E-CAE6-B3FA-5A8F-7866AFB6D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388500-5C8E-8BDA-37A4-B584EFC49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E3C87D-8688-33D3-FC2A-C9F19FA4C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652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AF3D8E-1B4B-6E99-177A-E6099CD4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2F68FC-039F-632F-33EB-575CCA01A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E5C2692-FFDC-ACA3-9785-8FF80CB41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9F3A1B-EBB1-8321-B4A2-FEED72E29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138D49-8E2A-EC03-6869-ECC1246D4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C8001A-8216-C436-4C0A-1A090EB1F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5205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4A2D2E-66B0-61EB-54BD-D4716B630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1388E97-799D-7ADA-6288-4003701492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584342-667C-CFD5-B70C-A2A27DB2A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B1D49B-5864-1BC6-6F70-DD97B44B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3DB5F4-B516-12AF-B6C6-92723D47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EBC3C7-1627-6A1E-6052-77BFAD5E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7572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F80B67-041E-1D7F-8342-60C9C5E7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B0BF25-71D6-5BA8-B892-3FA595D722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61F151-FBEF-60C0-1A66-0CAC16AD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6317CD-8862-939F-E866-4D80C90D0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385BC-8AD3-FE73-78D2-35B82B01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90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9FD0F08-F868-39E0-3CBE-70B2A4181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E54C7F3-F38E-09B3-383E-768BFFE1D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25CB90-BE17-E4CB-EEF9-AC84E56A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92C5EE-32D5-13F8-16A6-6DE5FF941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24E228-5ED1-3212-EBDA-F7DF6AC0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27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E9EE8EF-66D5-BDBB-1148-90D60123C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512AC6C-94C2-F1AE-8223-50AD66381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4BF59D-A0F8-C500-FA7F-5C51D9B42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1F330-28F2-4750-A13F-BD1065967190}" type="datetimeFigureOut">
              <a:rPr lang="de-DE" smtClean="0"/>
              <a:t>14.11.2025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5F31E1-41E6-FDF7-A168-AA4D4E55B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E0A41E-6778-94FB-FC56-02AAD73F1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4692B-3478-412A-BF42-34E391C0EE2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2261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6293D0B-FB66-3772-C6C2-CC72E710AA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95" y="329813"/>
            <a:ext cx="2399010" cy="140094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8656005-2A96-3F18-050D-CC7DE5891D34}"/>
              </a:ext>
            </a:extLst>
          </p:cNvPr>
          <p:cNvSpPr txBox="1"/>
          <p:nvPr/>
        </p:nvSpPr>
        <p:spPr>
          <a:xfrm>
            <a:off x="2992581" y="291623"/>
            <a:ext cx="88749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000" b="1" dirty="0">
                <a:solidFill>
                  <a:schemeClr val="bg1"/>
                </a:solidFill>
              </a:rPr>
              <a:t>Kategorisierung der physikochemischen Eigenschaften von Thermalwässern in geothermischen Reservoiren mittels unüberwachter Lernverfahren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15EE14A-D417-CAE3-F841-FF734DD3897F}"/>
              </a:ext>
            </a:extLst>
          </p:cNvPr>
          <p:cNvSpPr txBox="1"/>
          <p:nvPr/>
        </p:nvSpPr>
        <p:spPr>
          <a:xfrm>
            <a:off x="110835" y="6381711"/>
            <a:ext cx="339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22TIB | Lucca Glessner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6380F62-4389-878F-F1F4-B1DD7B180C34}"/>
              </a:ext>
            </a:extLst>
          </p:cNvPr>
          <p:cNvSpPr txBox="1"/>
          <p:nvPr/>
        </p:nvSpPr>
        <p:spPr>
          <a:xfrm>
            <a:off x="7850912" y="6381711"/>
            <a:ext cx="4202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Praxisprojekt | Betreuung: Prof. Dr. Schöbel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D5263B6-108F-0757-C7E6-7A0300D80058}"/>
              </a:ext>
            </a:extLst>
          </p:cNvPr>
          <p:cNvSpPr txBox="1"/>
          <p:nvPr/>
        </p:nvSpPr>
        <p:spPr>
          <a:xfrm>
            <a:off x="2461489" y="2986429"/>
            <a:ext cx="72690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 dirty="0">
                <a:solidFill>
                  <a:schemeClr val="bg1"/>
                </a:solidFill>
              </a:rPr>
              <a:t>Exposé Präsentation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B4B63F2-FDA2-67B3-0321-6DC77FBAE663}"/>
              </a:ext>
            </a:extLst>
          </p:cNvPr>
          <p:cNvSpPr txBox="1"/>
          <p:nvPr/>
        </p:nvSpPr>
        <p:spPr>
          <a:xfrm>
            <a:off x="3297380" y="4056237"/>
            <a:ext cx="5597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solidFill>
                  <a:schemeClr val="bg1"/>
                </a:solidFill>
              </a:rPr>
              <a:t>Freitag, 21. November 2025</a:t>
            </a:r>
          </a:p>
        </p:txBody>
      </p:sp>
    </p:spTree>
    <p:extLst>
      <p:ext uri="{BB962C8B-B14F-4D97-AF65-F5344CB8AC3E}">
        <p14:creationId xmlns:p14="http://schemas.microsoft.com/office/powerpoint/2010/main" val="1279603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65272-DFAD-704B-3EF5-C9C9CB16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81F68821-639D-5E67-8A7D-B8B9D1209771}"/>
              </a:ext>
            </a:extLst>
          </p:cNvPr>
          <p:cNvSpPr txBox="1"/>
          <p:nvPr/>
        </p:nvSpPr>
        <p:spPr>
          <a:xfrm>
            <a:off x="1658538" y="337530"/>
            <a:ext cx="88749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000" b="1" dirty="0">
                <a:solidFill>
                  <a:schemeClr val="bg1"/>
                </a:solidFill>
              </a:rPr>
              <a:t>Kategorisierung der physikochemischen Eigenschaften von Thermalwässern in geothermischen Reservoiren mittels unüberwachter Lernverfahren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BCD9626-7976-71F4-CE50-7A2E5418C6FD}"/>
              </a:ext>
            </a:extLst>
          </p:cNvPr>
          <p:cNvSpPr txBox="1"/>
          <p:nvPr/>
        </p:nvSpPr>
        <p:spPr>
          <a:xfrm>
            <a:off x="110835" y="6381711"/>
            <a:ext cx="3398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22TIB | Lucca Glessner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7DD2EB7-20E6-3B11-A3B3-4F7C1DAC361C}"/>
              </a:ext>
            </a:extLst>
          </p:cNvPr>
          <p:cNvSpPr txBox="1"/>
          <p:nvPr/>
        </p:nvSpPr>
        <p:spPr>
          <a:xfrm>
            <a:off x="7850912" y="6381711"/>
            <a:ext cx="4202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Praxisprojekt | Betreuung: Prof. Dr. Schöbel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8C509DB-6CE8-8A38-A768-50001BB559C6}"/>
              </a:ext>
            </a:extLst>
          </p:cNvPr>
          <p:cNvSpPr txBox="1"/>
          <p:nvPr/>
        </p:nvSpPr>
        <p:spPr>
          <a:xfrm>
            <a:off x="3904670" y="2268533"/>
            <a:ext cx="52300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1. Motivation</a:t>
            </a:r>
            <a:br>
              <a:rPr lang="de-DE" sz="2800" dirty="0">
                <a:solidFill>
                  <a:schemeClr val="bg1"/>
                </a:solidFill>
              </a:rPr>
            </a:br>
            <a:r>
              <a:rPr lang="de-DE" sz="2800" dirty="0">
                <a:solidFill>
                  <a:schemeClr val="bg1"/>
                </a:solidFill>
              </a:rPr>
              <a:t>2. Theoretischer Bezug</a:t>
            </a:r>
            <a:br>
              <a:rPr lang="de-DE" sz="2800" dirty="0">
                <a:solidFill>
                  <a:schemeClr val="bg1"/>
                </a:solidFill>
              </a:rPr>
            </a:br>
            <a:r>
              <a:rPr lang="de-DE" sz="2800" dirty="0">
                <a:solidFill>
                  <a:schemeClr val="bg1"/>
                </a:solidFill>
              </a:rPr>
              <a:t>3. Problemstellung</a:t>
            </a:r>
            <a:br>
              <a:rPr lang="de-DE" sz="2800" dirty="0">
                <a:solidFill>
                  <a:schemeClr val="bg1"/>
                </a:solidFill>
              </a:rPr>
            </a:br>
            <a:r>
              <a:rPr lang="de-DE" sz="2800" dirty="0">
                <a:solidFill>
                  <a:schemeClr val="bg1"/>
                </a:solidFill>
              </a:rPr>
              <a:t>4. Technologische Mittel</a:t>
            </a:r>
          </a:p>
          <a:p>
            <a:r>
              <a:rPr lang="de-DE" sz="2800" dirty="0">
                <a:solidFill>
                  <a:schemeClr val="bg1"/>
                </a:solidFill>
              </a:rPr>
              <a:t>5. Untersuchungsdesign</a:t>
            </a:r>
          </a:p>
          <a:p>
            <a:r>
              <a:rPr lang="de-DE" sz="2800" dirty="0">
                <a:solidFill>
                  <a:schemeClr val="bg1"/>
                </a:solidFill>
              </a:rPr>
              <a:t>6. Arbeitsgliederung</a:t>
            </a:r>
          </a:p>
          <a:p>
            <a:r>
              <a:rPr lang="de-DE" sz="2800" dirty="0">
                <a:solidFill>
                  <a:schemeClr val="bg1"/>
                </a:solidFill>
              </a:rPr>
              <a:t>7. Arbeitsplan &amp; aktueller Stand</a:t>
            </a:r>
          </a:p>
          <a:p>
            <a:r>
              <a:rPr lang="de-DE" sz="2800" dirty="0">
                <a:solidFill>
                  <a:schemeClr val="bg1"/>
                </a:solidFill>
              </a:rPr>
              <a:t>8. Erste Ausarbeitungen</a:t>
            </a:r>
          </a:p>
        </p:txBody>
      </p:sp>
    </p:spTree>
    <p:extLst>
      <p:ext uri="{BB962C8B-B14F-4D97-AF65-F5344CB8AC3E}">
        <p14:creationId xmlns:p14="http://schemas.microsoft.com/office/powerpoint/2010/main" val="608699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Breitbild</PresentationFormat>
  <Paragraphs>13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Lucca Glessner</dc:creator>
  <cp:lastModifiedBy>Lucca Glessner</cp:lastModifiedBy>
  <cp:revision>2</cp:revision>
  <dcterms:created xsi:type="dcterms:W3CDTF">2025-11-14T14:19:45Z</dcterms:created>
  <dcterms:modified xsi:type="dcterms:W3CDTF">2025-11-14T16:05:11Z</dcterms:modified>
</cp:coreProperties>
</file>